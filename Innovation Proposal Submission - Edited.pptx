
<file path=[Content_Types].xml><?xml version="1.0" encoding="utf-8"?>
<Types xmlns="http://schemas.openxmlformats.org/package/2006/content-types">
  <Default Extension="xml" ContentType="application/vnd.openxmlformats-package.core-properties+xml"/>
  <Default Extension="wmf" ContentType="image/x-wmf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0c0e30dff7b4304" /><Relationship Type="http://schemas.openxmlformats.org/officeDocument/2006/relationships/extended-properties" Target="/docProps/app.xml" Id="R8983ec5c54c74589" /><Relationship Type="http://schemas.openxmlformats.org/officeDocument/2006/relationships/officeDocument" Target="/ppt/presentation.xml" Id="Refc77174e68a455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3495cc366ff4e65"/>
    <p:sldMasterId xmlns:r="http://schemas.openxmlformats.org/officeDocument/2006/relationships" id="2147483703" r:id="Re460917bfaa74259"/>
  </p:sldMasterIdLst>
  <p:notesMasterIdLst>
    <p:notesMasterId xmlns:r="http://schemas.openxmlformats.org/officeDocument/2006/relationships" r:id="R81757c22121e4862"/>
  </p:notesMasterIdLst>
  <p:sldIdLst>
    <p:sldId xmlns:r="http://schemas.openxmlformats.org/officeDocument/2006/relationships" id="256" r:id="Ra4f30b6f1ac64574"/>
    <p:sldId xmlns:r="http://schemas.openxmlformats.org/officeDocument/2006/relationships" id="257" r:id="Re9c46f6c2bed40fd"/>
    <p:sldId xmlns:r="http://schemas.openxmlformats.org/officeDocument/2006/relationships" id="258" r:id="R5c283c5422184c2b"/>
    <p:sldId xmlns:r="http://schemas.openxmlformats.org/officeDocument/2006/relationships" id="259" r:id="R4cd86c541ff94d09"/>
    <p:sldId xmlns:r="http://schemas.openxmlformats.org/officeDocument/2006/relationships" id="260" r:id="R3dbbd60ef6c646a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bc455fdfc0e4a0b" /><Relationship Type="http://schemas.openxmlformats.org/officeDocument/2006/relationships/slideMaster" Target="/ppt/slideMasters/slideMaster1.xml" Id="R63495cc366ff4e65" /><Relationship Type="http://schemas.openxmlformats.org/officeDocument/2006/relationships/slideMaster" Target="/ppt/slideMasters/slideMaster2.xml" Id="Re460917bfaa74259" /><Relationship Type="http://schemas.openxmlformats.org/officeDocument/2006/relationships/notesMaster" Target="/ppt/notesMasters/notesMaster1.xml" Id="R81757c22121e4862" /><Relationship Type="http://schemas.openxmlformats.org/officeDocument/2006/relationships/presProps" Target="/ppt/presProps.xml" Id="R605d2e9b1ab440ad" /><Relationship Type="http://schemas.openxmlformats.org/officeDocument/2006/relationships/tableStyles" Target="/ppt/tableStyles.xml" Id="R1a09e486e19049cc" /><Relationship Type="http://schemas.openxmlformats.org/officeDocument/2006/relationships/slide" Target="/ppt/slides/slide1.xml" Id="Ra4f30b6f1ac64574" /><Relationship Type="http://schemas.openxmlformats.org/officeDocument/2006/relationships/slide" Target="/ppt/slides/slide2.xml" Id="Re9c46f6c2bed40fd" /><Relationship Type="http://schemas.openxmlformats.org/officeDocument/2006/relationships/slide" Target="/ppt/slides/slide3.xml" Id="R5c283c5422184c2b" /><Relationship Type="http://schemas.openxmlformats.org/officeDocument/2006/relationships/slide" Target="/ppt/slides/slide4.xml" Id="R4cd86c541ff94d09" /><Relationship Type="http://schemas.openxmlformats.org/officeDocument/2006/relationships/slide" Target="/ppt/slides/slide5.xml" Id="R3dbbd60ef6c646a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620898bd6ddc4ac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dk1" tx1="lt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1_Office Theme">
  <a:themeElements>
    <a:clrScheme name="Meinhardt">
      <a:dk1>
        <a:srgbClr val="FFFFFF"/>
      </a:dk1>
      <a:lt1>
        <a:srgbClr val="5F5F5F"/>
      </a:lt1>
      <a:dk2>
        <a:srgbClr val="FFFFFF"/>
      </a:dk2>
      <a:lt2>
        <a:srgbClr val="FFFFFF"/>
      </a:lt2>
      <a:accent1>
        <a:srgbClr val="034A90"/>
      </a:accent1>
      <a:accent2>
        <a:srgbClr val="2F5496"/>
      </a:accent2>
      <a:accent3>
        <a:srgbClr val="44546A"/>
      </a:accent3>
      <a:accent4>
        <a:srgbClr val="FF0000"/>
      </a:accent4>
      <a:accent5>
        <a:srgbClr val="FFC000"/>
      </a:accent5>
      <a:accent6>
        <a:srgbClr val="92D050"/>
      </a:accent6>
      <a:hlink>
        <a:srgbClr val="0563C1"/>
      </a:hlink>
      <a:folHlink>
        <a:srgbClr val="7F7F7F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Meinhard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4c497d4b9b842dd" /><Relationship Type="http://schemas.openxmlformats.org/officeDocument/2006/relationships/notesMaster" Target="/ppt/notesMasters/notesMaster1.xml" Id="R191f15f31ba6482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cb95c4eda5645f4" /><Relationship Type="http://schemas.openxmlformats.org/officeDocument/2006/relationships/notesMaster" Target="/ppt/notesMasters/notesMaster1.xml" Id="R961a51e06e1948b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b7a491deb38477d" /><Relationship Type="http://schemas.openxmlformats.org/officeDocument/2006/relationships/notesMaster" Target="/ppt/notesMasters/notesMaster1.xml" Id="R6dbb250921d2449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407e0c5bab348aa" /><Relationship Type="http://schemas.openxmlformats.org/officeDocument/2006/relationships/notesMaster" Target="/ppt/notesMasters/notesMaster1.xml" Id="R006004293aca461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c9e85927ee74a8a" /><Relationship Type="http://schemas.openxmlformats.org/officeDocument/2006/relationships/notesMaster" Target="/ppt/notesMasters/notesMaster1.xml" Id="Rdba1b319249641b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a28456e0b244c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5c59a211134a1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8e0fb73a2b479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0e896ebadf4dc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fb5e76f9de419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89cbc5671c4894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7a7418c9884c5b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57d6484bce4b32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92c21ac4c64999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f2009c276743d1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06d329b5cf44de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8fd231b1ab4d0f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6f8e5aa300435a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75adc82c6f4a60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51d0fb176a4245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d7cb6cc6b94c86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477e78ade84b34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d4915103e24059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295f9481a6413d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dce7597b91499c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757adfc53144a9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b9d31ed7fe4ef3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057e58c0d3425a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669aa0ae6247f7" /></Relationships>
</file>

<file path=ppt/slideLayouts/_rels/slideLayout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f7d6af0b4d4688" /></Relationships>
</file>

<file path=ppt/slideLayouts/_rels/slideLayout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bc431520424b1c" /></Relationships>
</file>

<file path=ppt/slideLayouts/_rels/slideLayout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8cbb25ec534417" /></Relationships>
</file>

<file path=ppt/slideLayouts/_rels/slideLayout2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cefd6c2562425b" /></Relationships>
</file>

<file path=ppt/slideLayouts/_rels/slideLayout2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df49963db94b2e" /></Relationships>
</file>

<file path=ppt/slideLayouts/_rels/slideLayout3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1a120166ba40be" /></Relationships>
</file>

<file path=ppt/slideLayouts/_rels/slideLayout3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98133a8ab04667" /></Relationships>
</file>

<file path=ppt/slideLayouts/_rels/slideLayout3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acc189812e4d6d" /></Relationships>
</file>

<file path=ppt/slideLayouts/_rels/slideLayout3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41eb0a21ae41d5" /></Relationships>
</file>

<file path=ppt/slideLayouts/_rels/slideLayout3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4d868603e34afa" /></Relationships>
</file>

<file path=ppt/slideLayouts/_rels/slideLayout3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0e334dc84d468a" /></Relationships>
</file>

<file path=ppt/slideLayouts/_rels/slideLayout3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1480da7c5b41fb" /></Relationships>
</file>

<file path=ppt/slideLayouts/_rels/slideLayout3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4e9b49f5034cf7" /></Relationships>
</file>

<file path=ppt/slideLayouts/_rels/slideLayout3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8fdc375d064f68" /></Relationships>
</file>

<file path=ppt/slideLayouts/_rels/slideLayout3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0923343cc94e2a" /></Relationships>
</file>

<file path=ppt/slideLayouts/_rels/slideLayout4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f4d3fd06bb4a8c" /></Relationships>
</file>

<file path=ppt/slideLayouts/_rels/slideLayout4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c30861b7174d1c" /></Relationships>
</file>

<file path=ppt/slideLayouts/_rels/slideLayout4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807dc0a15144b2" /><Relationship Type="http://schemas.openxmlformats.org/officeDocument/2006/relationships/image" Target="/ppt/media/image.wmf" Id="R4f80bb688c004b64" /><Relationship Type="http://schemas.openxmlformats.org/officeDocument/2006/relationships/image" Target="/ppt/media/image.jpeg" Id="R627f40db016749f1" /></Relationships>
</file>

<file path=ppt/slideLayouts/_rels/slideLayout4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be55d8d9f84a55" /></Relationships>
</file>

<file path=ppt/slideLayouts/_rels/slideLayout4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b16e803c5744e1" /></Relationships>
</file>

<file path=ppt/slideLayouts/_rels/slideLayout4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7e887e1d864fd6" /></Relationships>
</file>

<file path=ppt/slideLayouts/_rels/slideLayout4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8282cf28f74e33" /></Relationships>
</file>

<file path=ppt/slideLayouts/_rels/slideLayout4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d493f188f449b7" /></Relationships>
</file>

<file path=ppt/slideLayouts/_rels/slideLayout4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3e3e8fed734946" /></Relationships>
</file>

<file path=ppt/slideLayouts/_rels/slideLayout4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56baacad9743e2" /></Relationships>
</file>

<file path=ppt/slideLayouts/_rels/slideLayout5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fa1f5d89b146f1" /></Relationships>
</file>

<file path=ppt/slideLayouts/_rels/slideLayout5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cbcb53074b4110" /></Relationships>
</file>

<file path=ppt/slideLayouts/_rels/slideLayout5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7c994604fa4539" /></Relationships>
</file>

<file path=ppt/slideLayouts/_rels/slideLayout5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046afbf6c54db5" /></Relationships>
</file>

<file path=ppt/slideLayouts/_rels/slideLayout5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32e8a6878645ae" /></Relationships>
</file>

<file path=ppt/slideLayouts/_rels/slideLayout5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20191787d354678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BF47BD6-7583-4709-942E-A746411DC88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8CEA07CA-A23E-4759-A250-03E21335CA2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F9DE03D-A254-4CA1-80E1-8D877EC5B7D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5A048FB-3E55-4882-8DFF-412236E27EE3}" type="datetimeFigureOut">
              <a:t>8/7/2026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6D640F3-0C13-4A8A-881E-37FA0D68175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D3B6821-6AAE-478C-BAC5-6328AF5C847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DE11722-9B82-4459-A19E-8C43A771A971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D6FB958-439C-4469-B748-1ADB722F2C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E305C49-57C0-489F-9426-578E343612F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D70512D-249D-45A1-8D8F-A34548814A8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5A048FB-3E55-4882-8DFF-412236E27EE3}" type="datetimeFigureOut">
              <a:t>8/7/2026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6E0B4E4-2DF6-4CB9-B80B-190C11EF318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692CC-6086-4D56-A28B-80ABAB696C8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DE11722-9B82-4459-A19E-8C43A771A971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ECC6E4D-DE66-457F-A02A-66DE8FF791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B351474-C891-4B5F-9EC8-65F83EFF411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104EED3-9516-4C2C-952B-D385EA930A2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5A048FB-3E55-4882-8DFF-412236E27EE3}" type="datetimeFigureOut">
              <a:t>8/7/2026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E1017C9-C9C4-426F-8FF6-7F6908D7F05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D702C38-C453-48D1-A64B-77D3310782A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DE11722-9B82-4459-A19E-8C43A771A971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4E051DC-385B-4FF1-8150-26F4D3EBC68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DCB3F93-DFF9-4FA7-97DC-A2EB294D029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79D4611-F2E0-4B2A-85E9-C6613E983BA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4924C8C-5FD9-4FD0-A8A0-0D81A4440EE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5A048FB-3E55-4882-8DFF-412236E27EE3}" type="datetimeFigureOut">
              <a:t>8/7/2026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2971DE58-7C12-49E6-8A29-AAC72D73A9C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1FDC486B-D2B7-48A3-9AD2-A4EC900DD30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DE11722-9B82-4459-A19E-8C43A771A971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069790D-3629-4179-BD73-A3205ADC968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21DC007D-D0D1-49AF-B3BD-FEF5198EEEC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E24526C2-A237-423A-AA36-1D4FB923D7F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43C274B6-2FDA-455E-8770-3F94AAF9C8F8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A38B0BFC-046C-46CA-AAA8-BFF7790A7EA4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C1B925E8-494D-43B8-80AE-560CBCD48A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5A048FB-3E55-4882-8DFF-412236E27EE3}" type="datetimeFigureOut">
              <a:t>8/7/2026</a:t>
            </a:fld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E81528C5-95E8-4889-84D9-CEF541297E8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C2D507F6-AC8D-4D0B-959F-93B7C5B83A3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DE11722-9B82-4459-A19E-8C43A771A971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9A196A8-4BB2-4EBA-929B-6E91FA20B8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75AB1D3D-52EF-400B-B226-46CCABBE177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5A048FB-3E55-4882-8DFF-412236E27EE3}" type="datetimeFigureOut">
              <a:t>8/7/2026</a:t>
            </a:fld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AF2B5BE4-3AD5-4185-950A-2A82220826F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6E69C862-AC12-4670-A196-532D8494012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DE11722-9B82-4459-A19E-8C43A771A971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A4F68AD4-8954-45BB-98C9-CB551FBCB77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5A048FB-3E55-4882-8DFF-412236E27EE3}" type="datetimeFigureOut">
              <a:t>8/7/2026</a:t>
            </a:fld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7469815-1854-497F-BABF-F6CC48CD777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AFEE15CD-0A19-4B4E-8BE5-9DCCCF0CB88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DE11722-9B82-4459-A19E-8C43A771A971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837423C-07DA-4D9E-87CC-CB470066F3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A5E839D-523D-47BC-951E-9C73873D957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>
              <a:buNone/>
            </a:pPr>
            <a:r>
              <a:t>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26107192-26CD-46BB-B9BE-73EA1F4F4F5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56E51A96-5947-4344-9D6B-9D4289C8ED7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5A048FB-3E55-4882-8DFF-412236E27EE3}" type="datetimeFigureOut">
              <a:t>8/7/2026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228C772-A53F-45D1-BC09-EFDD7FD577B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77DC59C-B0F1-46B1-95E7-52CD10351DD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DE11722-9B82-4459-A19E-8C43A771A971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preserve="1" userDrawn="1">
  <p:cSld name="1_Subcountry Divi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9B3B91AD-4D06-44A3-9429-569E775F1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3F88"/>
          </a:solidFill>
          <a:ln xmlns:a="http://schemas.openxmlformats.org/drawingml/2006/main" w="127000">
            <a:solidFill>
              <a:srgbClr val="023F88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000" b="1" spc="-150">
                <a:solidFill>
                  <a:srgbClr val="023F88"/>
                </a:solidFill>
                <a:latin typeface="Gisha"/>
                <a:ea typeface="Gisha"/>
                <a:cs typeface="Gisha"/>
              </a:rPr>
              <a:t>Meinhardt </a:t>
            </a:r>
          </a:p>
          <a:p xmlns:a="http://schemas.openxmlformats.org/drawingml/2006/main">
            <a:pPr algn="r">
              <a:buNone/>
            </a:pPr>
            <a:r>
              <a:rPr sz="8000" b="1" spc="-150">
                <a:solidFill>
                  <a:srgbClr val="023F88"/>
                </a:solidFill>
                <a:latin typeface="Gisha"/>
                <a:ea typeface="Gisha"/>
                <a:cs typeface="Gisha"/>
              </a:rPr>
              <a:t>Top </a:t>
            </a:r>
            <a:r>
              <a:rPr sz="9000" b="1" spc="-150">
                <a:solidFill>
                  <a:srgbClr val="023F88"/>
                </a:solidFill>
                <a:latin typeface="Gisha"/>
                <a:ea typeface="Gisha"/>
                <a:cs typeface="Gisha"/>
              </a:rPr>
              <a:t>10</a:t>
            </a:r>
          </a:p>
        </p:txBody>
      </p:sp>
      <p:sp>
        <p:nvSpPr>
          <p:cNvPr id="9" name="Straight Connector 8">
            <a:extLst xmlns:a="http://schemas.openxmlformats.org/drawingml/2006/main">
              <a:ext uri="{FF2B5EF4-FFF2-40B4-BE49-F238E27FC236}">
                <a16:creationId xmlns:a16="http://schemas.microsoft.com/office/drawing/2014/main" id="{85A25352-F18F-4F5B-8733-91790C728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1479" y="2094908"/>
            <a:ext cx="8616100" cy="0"/>
          </a:xfrm>
          <a:prstGeom xmlns:a="http://schemas.openxmlformats.org/drawingml/2006/main" prst="line">
            <a:avLst/>
          </a:prstGeom>
          <a:ln xmlns:a="http://schemas.openxmlformats.org/drawingml/2006/main" w="762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Straight Connector 9">
            <a:extLst xmlns:a="http://schemas.openxmlformats.org/drawingml/2006/main">
              <a:ext uri="{FF2B5EF4-FFF2-40B4-BE49-F238E27FC236}">
                <a16:creationId xmlns:a16="http://schemas.microsoft.com/office/drawing/2014/main" id="{27713655-E855-46C8-9EF3-1CCCB83F6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9187" y="2084860"/>
            <a:ext cx="0" cy="2715324"/>
          </a:xfrm>
          <a:prstGeom xmlns:a="http://schemas.openxmlformats.org/drawingml/2006/main" prst="line">
            <a:avLst/>
          </a:prstGeom>
          <a:ln xmlns:a="http://schemas.openxmlformats.org/drawingml/2006/main" w="762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Straight Connector 10">
            <a:extLst xmlns:a="http://schemas.openxmlformats.org/drawingml/2006/main">
              <a:ext uri="{FF2B5EF4-FFF2-40B4-BE49-F238E27FC236}">
                <a16:creationId xmlns:a16="http://schemas.microsoft.com/office/drawing/2014/main" id="{FFCD6621-57CC-40B5-8108-0845A10C2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871" y="2056285"/>
            <a:ext cx="0" cy="2743899"/>
          </a:xfrm>
          <a:prstGeom xmlns:a="http://schemas.openxmlformats.org/drawingml/2006/main" prst="line">
            <a:avLst/>
          </a:prstGeom>
          <a:ln xmlns:a="http://schemas.openxmlformats.org/drawingml/2006/main" w="762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Straight Connector 12">
            <a:extLst xmlns:a="http://schemas.openxmlformats.org/drawingml/2006/main">
              <a:ext uri="{FF2B5EF4-FFF2-40B4-BE49-F238E27FC236}">
                <a16:creationId xmlns:a16="http://schemas.microsoft.com/office/drawing/2014/main" id="{04A55DDD-2F4F-4044-8F0C-F19094038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1479" y="4775942"/>
            <a:ext cx="2281896" cy="0"/>
          </a:xfrm>
          <a:prstGeom xmlns:a="http://schemas.openxmlformats.org/drawingml/2006/main" prst="line">
            <a:avLst/>
          </a:prstGeom>
          <a:ln xmlns:a="http://schemas.openxmlformats.org/drawingml/2006/main" w="762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4" name="Straight Connector 13">
            <a:extLst xmlns:a="http://schemas.openxmlformats.org/drawingml/2006/main">
              <a:ext uri="{FF2B5EF4-FFF2-40B4-BE49-F238E27FC236}">
                <a16:creationId xmlns:a16="http://schemas.microsoft.com/office/drawing/2014/main" id="{E36C70EE-ABE1-424F-9F5A-E2849A8EB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5683" y="4775942"/>
            <a:ext cx="2281896" cy="0"/>
          </a:xfrm>
          <a:prstGeom xmlns:a="http://schemas.openxmlformats.org/drawingml/2006/main" prst="line">
            <a:avLst/>
          </a:prstGeom>
          <a:ln xmlns:a="http://schemas.openxmlformats.org/drawingml/2006/main" w="762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6" name="Text Placeholder 15">
            <a:extLst xmlns:a="http://schemas.openxmlformats.org/drawingml/2006/main">
              <a:ext uri="{FF2B5EF4-FFF2-40B4-BE49-F238E27FC236}">
                <a16:creationId xmlns:a16="http://schemas.microsoft.com/office/drawing/2014/main" id="{2CB94F4D-559E-40BC-8BF8-C9847D3E3C39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4143373" y="4514004"/>
            <a:ext cx="4052310" cy="5238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ctr">
              <a:buNone/>
              <a:defRPr sz="2500" b="0">
                <a:solidFill>
                  <a:schemeClr val="bg1"/>
                </a:solidFill>
                <a:latin typeface="Franklin Gothic Demi"/>
                <a:ea typeface="Franklin Gothic Demi"/>
                <a:cs typeface="Franklin Gothic Demi"/>
              </a:defRPr>
            </a:lvl1pPr>
          </a:lstStyle>
          <a:p xmlns:a="http://schemas.openxmlformats.org/drawingml/2006/main">
            <a:pPr>
              <a:buNone/>
            </a:pPr>
            <a:r>
              <a:rPr b="0"/>
              <a:t>www.website.com</a:t>
            </a:r>
          </a:p>
        </p:txBody>
      </p:sp>
      <p:sp>
        <p:nvSpPr>
          <p:cNvPr id="23" name="Text Placeholder 22">
            <a:extLst xmlns:a="http://schemas.openxmlformats.org/drawingml/2006/main">
              <a:ext uri="{FF2B5EF4-FFF2-40B4-BE49-F238E27FC236}">
                <a16:creationId xmlns:a16="http://schemas.microsoft.com/office/drawing/2014/main" id="{F7B9E892-6D10-4138-9C00-06F2D0C20053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1899155" y="2752725"/>
            <a:ext cx="8540750" cy="135255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8000">
                <a:solidFill>
                  <a:srgbClr val="FF0000"/>
                </a:solidFill>
                <a:latin typeface="Franklin Gothic Demi"/>
                <a:ea typeface="Franklin Gothic Demi"/>
                <a:cs typeface="Franklin Gothic Demi"/>
              </a:defRPr>
            </a:lvl1pPr>
            <a:lvl2pPr algn="ctr">
              <a:buNone/>
              <a:defRPr sz="2500">
                <a:solidFill>
                  <a:srgbClr val="FF0000"/>
                </a:solidFill>
                <a:latin typeface="Franklin Gothic Demi"/>
                <a:ea typeface="Franklin Gothic Demi"/>
                <a:cs typeface="Franklin Gothic Demi"/>
              </a:defRPr>
            </a:lvl2pPr>
            <a:lvl3pPr algn="ctr">
              <a:buNone/>
              <a:defRPr sz="2500">
                <a:solidFill>
                  <a:srgbClr val="FF0000"/>
                </a:solidFill>
                <a:latin typeface="Franklin Gothic Demi"/>
                <a:ea typeface="Franklin Gothic Demi"/>
                <a:cs typeface="Franklin Gothic Demi"/>
              </a:defRPr>
            </a:lvl3pPr>
            <a:lvl4pPr algn="ctr">
              <a:buNone/>
              <a:defRPr sz="2500">
                <a:solidFill>
                  <a:srgbClr val="FF0000"/>
                </a:solidFill>
                <a:latin typeface="Franklin Gothic Demi"/>
                <a:ea typeface="Franklin Gothic Demi"/>
                <a:cs typeface="Franklin Gothic Demi"/>
              </a:defRPr>
            </a:lvl4pPr>
            <a:lvl5pPr algn="ctr">
              <a:buNone/>
              <a:defRPr sz="2500">
                <a:solidFill>
                  <a:srgbClr val="FF0000"/>
                </a:solidFill>
                <a:latin typeface="Franklin Gothic Demi"/>
                <a:ea typeface="Franklin Gothic Demi"/>
                <a:cs typeface="Franklin Gothic Demi"/>
              </a:defRPr>
            </a:lvl5pPr>
          </a:lstStyle>
          <a:p xmlns:a="http://schemas.openxmlformats.org/drawingml/2006/main">
            <a:pPr>
              <a:buNone/>
            </a:pPr>
            <a:r>
              <a:t>NAME OF CITY</a:t>
            </a:r>
          </a:p>
        </p:txBody>
      </p:sp>
    </p:spTree>
  </p:cSld>
</p:sldLayout>
</file>

<file path=ppt/slideLayouts/slideLayout10.xml><?xml version="1.0" encoding="utf-8"?>
<p:sldLayout xmlns:p="http://schemas.openxmlformats.org/presentationml/2006/main" preserve="1" userDrawn="1">
  <p:cSld name="1_Divi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13">
            <a:extLst xmlns:a="http://schemas.openxmlformats.org/drawingml/2006/main">
              <a:ext uri="{FF2B5EF4-FFF2-40B4-BE49-F238E27FC236}">
                <a16:creationId xmlns:a16="http://schemas.microsoft.com/office/drawing/2014/main" id="{4BDBCF14-323A-4A38-ACD1-9211013D4268}"/>
              </a:ext>
            </a:extLst>
          </p:cNvPr>
          <p:cNvSpPr>
            <a:spLocks xmlns:a="http://schemas.openxmlformats.org/drawingml/2006/main" noGrp="1"/>
          </p:cNvSpPr>
          <p:nvPr>
            <p:ph type="pic" idx="13"/>
          </p:nvPr>
        </p:nvSpPr>
        <p:spPr>
          <a:xfrm xmlns:a="http://schemas.openxmlformats.org/drawingml/2006/main">
            <a:off x="0" y="0"/>
            <a:ext cx="12214865" cy="685800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2100">
                <a:ln>
                  <a:noFill/>
                </a:ln>
                <a:solidFill>
                  <a:schemeClr val="bg1">
                    <a:lumMod val="8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Drag picture to placeholder or click icon to add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0FF9DF5-2258-421E-8F9A-A8310DEEE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3F88"/>
          </a:solidFill>
          <a:ln xmlns:a="http://schemas.openxmlformats.org/drawingml/2006/main" w="127000">
            <a:solidFill>
              <a:srgbClr val="023F88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000" b="1" spc="-150">
                <a:solidFill>
                  <a:srgbClr val="023F88"/>
                </a:solidFill>
                <a:latin typeface="Gisha"/>
                <a:ea typeface="Gisha"/>
                <a:cs typeface="Gisha"/>
              </a:rPr>
              <a:t>Meinhardt </a:t>
            </a:r>
          </a:p>
          <a:p xmlns:a="http://schemas.openxmlformats.org/drawingml/2006/main">
            <a:pPr algn="r">
              <a:buNone/>
            </a:pPr>
            <a:r>
              <a:rPr sz="8000" b="1" spc="-150">
                <a:solidFill>
                  <a:srgbClr val="023F88"/>
                </a:solidFill>
                <a:latin typeface="Gisha"/>
                <a:ea typeface="Gisha"/>
                <a:cs typeface="Gisha"/>
              </a:rPr>
              <a:t>Top </a:t>
            </a:r>
            <a:r>
              <a:rPr sz="9000" b="1" spc="-150">
                <a:solidFill>
                  <a:srgbClr val="023F88"/>
                </a:solidFill>
                <a:latin typeface="Gisha"/>
                <a:ea typeface="Gisha"/>
                <a:cs typeface="Gisha"/>
              </a:rPr>
              <a:t>10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08880EA2-F073-41BD-A655-284CE26FD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87759" y="1506408"/>
            <a:ext cx="3147564" cy="20719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0">
            <a:solidFill>
              <a:srgbClr val="FF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Ins="1800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54D5439C-234F-4B5D-A044-D4204A6FC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754" y="3000381"/>
            <a:ext cx="2306751" cy="24466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0">
            <a:solidFill>
              <a:srgbClr val="009644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  <a:p xmlns:a="http://schemas.openxmlformats.org/drawingml/2006/main">
            <a:pPr>
              <a:buNone/>
            </a:pP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140617F7-78F6-40B6-BB46-9D3221908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0643" y="4040206"/>
            <a:ext cx="2949732" cy="21497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0">
            <a:solidFill>
              <a:srgbClr val="FF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000" b="1" spc="-150">
                <a:solidFill>
                  <a:srgbClr val="FF0000"/>
                </a:solidFill>
                <a:latin typeface="Gisha"/>
                <a:ea typeface="Gisha"/>
                <a:cs typeface="Gisha"/>
              </a:rPr>
              <a:t> 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8C9E6ADA-4442-4F18-8550-63A0F75C6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7563" y="2269092"/>
            <a:ext cx="3895725" cy="2495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0">
            <a:solidFill>
              <a:srgbClr val="FFC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Ins="180000" anchor="ctr"/>
          <a:lstStyle xmlns:a="http://schemas.openxmlformats.org/drawingml/2006/main"/>
          <a:p xmlns:a="http://schemas.openxmlformats.org/drawingml/2006/main">
            <a:pPr algn="r">
              <a:buNone/>
            </a:pP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B28A3359-9A04-4CBE-ABF6-EBAA3A6FF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3081" y="1428750"/>
            <a:ext cx="5088678" cy="42576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0">
            <a:solidFill>
              <a:srgbClr val="4D89C5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</a:pP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F33C2E68-B51C-4987-9953-2EBC40C50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1257" y="2269092"/>
            <a:ext cx="2423781" cy="2423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0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80000" rIns="180000" bIns="288000" anchor="ctr"/>
          <a:lstStyle xmlns:a="http://schemas.openxmlformats.org/drawingml/2006/main"/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</a:p>
        </p:txBody>
      </p:sp>
      <p:sp>
        <p:nvSpPr>
          <p:cNvPr id="17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0EC0B7A-C0AF-41D6-9021-99CC25C78102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1" y="246482"/>
            <a:ext cx="12191999" cy="528637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3600" b="1">
                <a:solidFill>
                  <a:schemeClr val="bg1"/>
                </a:solidFill>
                <a:latin typeface="Gisha"/>
                <a:ea typeface="Gisha"/>
                <a:cs typeface="Gisha"/>
              </a:defRPr>
            </a:lvl1pPr>
            <a:lvl2pPr>
              <a:buNone/>
              <a:defRPr sz="4000" b="1">
                <a:solidFill>
                  <a:srgbClr val="023F88"/>
                </a:solidFill>
                <a:latin typeface="Gisha"/>
                <a:ea typeface="Gisha"/>
                <a:cs typeface="Gisha"/>
              </a:defRPr>
            </a:lvl2pPr>
            <a:lvl3pPr>
              <a:buNone/>
              <a:defRPr sz="4000" b="1">
                <a:solidFill>
                  <a:srgbClr val="023F88"/>
                </a:solidFill>
                <a:latin typeface="Gisha"/>
                <a:ea typeface="Gisha"/>
                <a:cs typeface="Gisha"/>
              </a:defRPr>
            </a:lvl3pPr>
            <a:lvl4pPr>
              <a:buNone/>
              <a:defRPr sz="4000" b="1">
                <a:solidFill>
                  <a:srgbClr val="023F88"/>
                </a:solidFill>
                <a:latin typeface="Gisha"/>
                <a:ea typeface="Gisha"/>
                <a:cs typeface="Gisha"/>
              </a:defRPr>
            </a:lvl4pPr>
            <a:lvl5pPr>
              <a:buNone/>
              <a:defRPr sz="4000" b="1">
                <a:solidFill>
                  <a:srgbClr val="023F88"/>
                </a:solidFill>
                <a:latin typeface="Gisha"/>
                <a:ea typeface="Gisha"/>
                <a:cs typeface="Gisha"/>
              </a:defRPr>
            </a:lvl5pPr>
          </a:lstStyle>
          <a:p xmlns:a="http://schemas.openxmlformats.org/drawingml/2006/main">
            <a:pPr>
              <a:buNone/>
            </a:pPr>
            <a:r>
              <a:t>TITLE</a:t>
            </a:r>
          </a:p>
        </p:txBody>
      </p:sp>
    </p:spTree>
  </p:cSld>
</p:sldLayout>
</file>

<file path=ppt/slideLayouts/slideLayout11.xml><?xml version="1.0" encoding="utf-8"?>
<p:sldLayout xmlns:p="http://schemas.openxmlformats.org/presentationml/2006/main" preserve="1" userDrawn="1">
  <p:cSld name="2_Divi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4496802-1A0E-4F2C-9FA3-EA450D691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09C5ECD3-B4C4-48CD-8FB1-95ACE8919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9811" y="517585"/>
            <a:ext cx="5300158" cy="50895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16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CF25793B-8B1D-4AAE-9CBF-C6EC76BD6B32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6469063" y="517525"/>
            <a:ext cx="5300662" cy="5089525"/>
          </a:xfrm>
        </p:spPr>
        <p:txBody>
          <a:bodyPr xmlns:a="http://schemas.openxmlformats.org/drawingml/2006/main" lIns="180000" tIns="180000" rIns="180000" bIns="180000">
            <a:normAutofit/>
          </a:bodyPr>
          <a:lstStyle xmlns:a="http://schemas.openxmlformats.org/drawingml/2006/main">
            <a:lvl1pPr marL="0" indent="0">
              <a:buNone/>
              <a:defRPr sz="8000" b="1">
                <a:solidFill>
                  <a:schemeClr val="bg1"/>
                </a:solidFill>
                <a:latin typeface="Gisha"/>
                <a:ea typeface="Gisha"/>
                <a:cs typeface="Gisha"/>
              </a:defRPr>
            </a:lvl1pPr>
            <a:lvl2pPr>
              <a:buNone/>
              <a:defRPr sz="8000" b="1">
                <a:solidFill>
                  <a:schemeClr val="bg1"/>
                </a:solidFill>
                <a:latin typeface="Gisha"/>
                <a:ea typeface="Gisha"/>
                <a:cs typeface="Gisha"/>
              </a:defRPr>
            </a:lvl2pPr>
            <a:lvl3pPr>
              <a:buNone/>
              <a:defRPr sz="8000" b="1">
                <a:solidFill>
                  <a:schemeClr val="bg1"/>
                </a:solidFill>
                <a:latin typeface="Gisha"/>
                <a:ea typeface="Gisha"/>
                <a:cs typeface="Gisha"/>
              </a:defRPr>
            </a:lvl3pPr>
            <a:lvl4pPr>
              <a:buNone/>
              <a:defRPr sz="8000" b="1">
                <a:solidFill>
                  <a:schemeClr val="bg1"/>
                </a:solidFill>
                <a:latin typeface="Gisha"/>
                <a:ea typeface="Gisha"/>
                <a:cs typeface="Gisha"/>
              </a:defRPr>
            </a:lvl4pPr>
            <a:lvl5pPr>
              <a:buNone/>
              <a:defRPr sz="8000" b="1">
                <a:solidFill>
                  <a:schemeClr val="bg1"/>
                </a:solidFill>
                <a:latin typeface="Gisha"/>
                <a:ea typeface="Gisha"/>
                <a:cs typeface="Gisha"/>
              </a:defRPr>
            </a:lvl5pPr>
          </a:lstStyle>
          <a:p xmlns:a="http://schemas.openxmlformats.org/drawingml/2006/main">
            <a:pPr>
              <a:buNone/>
            </a:pPr>
            <a:r>
              <a:t>DIVIDER</a:t>
            </a:r>
          </a:p>
        </p:txBody>
      </p:sp>
    </p:spTree>
  </p:cSld>
</p:sldLayout>
</file>

<file path=ppt/slideLayouts/slideLayout12.xml><?xml version="1.0" encoding="utf-8"?>
<p:sldLayout xmlns:p="http://schemas.openxmlformats.org/presentationml/2006/main" preserve="1" userDrawn="1">
  <p:cSld name="3_CountryDivi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icture Placeholder 10">
            <a:extLst xmlns:a="http://schemas.openxmlformats.org/drawingml/2006/main">
              <a:ext uri="{FF2B5EF4-FFF2-40B4-BE49-F238E27FC236}">
                <a16:creationId xmlns:a16="http://schemas.microsoft.com/office/drawing/2014/main" id="{01EF4973-3566-4A4F-9504-CFC72C37B991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0" y="0"/>
            <a:ext cx="12192000" cy="6858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0335DEEB-613D-4E85-9CE7-6D4D419DB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21397"/>
            <a:ext cx="12191980" cy="13234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0">
                <a:solidFill>
                  <a:schemeClr val="bg1"/>
                </a:solidFill>
                <a:latin typeface="Franklin Gothic Demi"/>
                <a:ea typeface="Franklin Gothic Demi"/>
                <a:cs typeface="Franklin Gothic Demi"/>
              </a:rPr>
              <a:t>COUNTRY/REGION</a:t>
            </a:r>
          </a:p>
        </p:txBody>
      </p:sp>
      <p:sp>
        <p:nvSpPr>
          <p:cNvPr id="4" name="Straight Connector 3">
            <a:extLst xmlns:a="http://schemas.openxmlformats.org/drawingml/2006/main">
              <a:ext uri="{FF2B5EF4-FFF2-40B4-BE49-F238E27FC236}">
                <a16:creationId xmlns:a16="http://schemas.microsoft.com/office/drawing/2014/main" id="{7E1E8B5E-A198-4727-98A5-9DB7C61A4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1479" y="2094908"/>
            <a:ext cx="8616100" cy="0"/>
          </a:xfrm>
          <a:prstGeom xmlns:a="http://schemas.openxmlformats.org/drawingml/2006/main" prst="line">
            <a:avLst/>
          </a:prstGeom>
          <a:ln xmlns:a="http://schemas.openxmlformats.org/drawingml/2006/main" w="762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" name="Straight Connector 4">
            <a:extLst xmlns:a="http://schemas.openxmlformats.org/drawingml/2006/main">
              <a:ext uri="{FF2B5EF4-FFF2-40B4-BE49-F238E27FC236}">
                <a16:creationId xmlns:a16="http://schemas.microsoft.com/office/drawing/2014/main" id="{24DEE480-5761-43E7-84E5-998722162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9187" y="2084860"/>
            <a:ext cx="0" cy="2715324"/>
          </a:xfrm>
          <a:prstGeom xmlns:a="http://schemas.openxmlformats.org/drawingml/2006/main" prst="line">
            <a:avLst/>
          </a:prstGeom>
          <a:ln xmlns:a="http://schemas.openxmlformats.org/drawingml/2006/main" w="762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Straight Connector 5">
            <a:extLst xmlns:a="http://schemas.openxmlformats.org/drawingml/2006/main">
              <a:ext uri="{FF2B5EF4-FFF2-40B4-BE49-F238E27FC236}">
                <a16:creationId xmlns:a16="http://schemas.microsoft.com/office/drawing/2014/main" id="{53D08FB0-495B-43F1-A0C8-C164562ED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871" y="2094908"/>
            <a:ext cx="0" cy="2715324"/>
          </a:xfrm>
          <a:prstGeom xmlns:a="http://schemas.openxmlformats.org/drawingml/2006/main" prst="line">
            <a:avLst/>
          </a:prstGeom>
          <a:ln xmlns:a="http://schemas.openxmlformats.org/drawingml/2006/main" w="762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DC39642-6554-440E-98F6-26A4FE91C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4" y="4519571"/>
            <a:ext cx="4005113" cy="4770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500">
                <a:solidFill>
                  <a:schemeClr val="bg1"/>
                </a:solidFill>
                <a:latin typeface="Franklin Gothic Demi"/>
                <a:ea typeface="Franklin Gothic Demi"/>
                <a:cs typeface="Franklin Gothic Demi"/>
              </a:rPr>
              <a:t>website</a:t>
            </a:r>
          </a:p>
        </p:txBody>
      </p:sp>
      <p:sp>
        <p:nvSpPr>
          <p:cNvPr id="8" name="Straight Connector 7">
            <a:extLst xmlns:a="http://schemas.openxmlformats.org/drawingml/2006/main">
              <a:ext uri="{FF2B5EF4-FFF2-40B4-BE49-F238E27FC236}">
                <a16:creationId xmlns:a16="http://schemas.microsoft.com/office/drawing/2014/main" id="{1F94092A-546A-4249-B9DB-D19DD54F5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1479" y="4775942"/>
            <a:ext cx="2281896" cy="0"/>
          </a:xfrm>
          <a:prstGeom xmlns:a="http://schemas.openxmlformats.org/drawingml/2006/main" prst="line">
            <a:avLst/>
          </a:prstGeom>
          <a:ln xmlns:a="http://schemas.openxmlformats.org/drawingml/2006/main" w="762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Straight Connector 8">
            <a:extLst xmlns:a="http://schemas.openxmlformats.org/drawingml/2006/main">
              <a:ext uri="{FF2B5EF4-FFF2-40B4-BE49-F238E27FC236}">
                <a16:creationId xmlns:a16="http://schemas.microsoft.com/office/drawing/2014/main" id="{6D87870D-540A-4ABC-A3E9-EEC6E5C5F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5683" y="4775942"/>
            <a:ext cx="2281896" cy="0"/>
          </a:xfrm>
          <a:prstGeom xmlns:a="http://schemas.openxmlformats.org/drawingml/2006/main" prst="line">
            <a:avLst/>
          </a:prstGeom>
          <a:ln xmlns:a="http://schemas.openxmlformats.org/drawingml/2006/main" w="762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</p:spTree>
  </p:cSld>
</p:sldLayout>
</file>

<file path=ppt/slideLayouts/slideLayout13.xml><?xml version="1.0" encoding="utf-8"?>
<p:sldLayout xmlns:p="http://schemas.openxmlformats.org/presentationml/2006/main" preserve="1" userDrawn="1">
  <p:cSld name="3_Project Red (1x1)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Picture Placeholder 6">
            <a:extLst xmlns:a="http://schemas.openxmlformats.org/drawingml/2006/main">
              <a:ext uri="{FF2B5EF4-FFF2-40B4-BE49-F238E27FC236}">
                <a16:creationId xmlns:a16="http://schemas.microsoft.com/office/drawing/2014/main" id="{859B4B1B-DA3A-43E8-A885-FB74909D6407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0" y="0"/>
            <a:ext cx="12192000" cy="6858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B5CFBD2-6D7F-4A3A-B389-F11764D6E088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621724" y="705735"/>
            <a:ext cx="1747837" cy="17478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1600">
            <a:solidFill>
              <a:srgbClr val="FF0000"/>
            </a:solidFill>
          </a:ln>
        </p:spPr>
        <p:txBody>
          <a:bodyPr xmlns:a="http://schemas.openxmlformats.org/drawingml/2006/main" lIns="108000" tIns="108000" rIns="108000" bIns="108000">
            <a:normAutofit/>
          </a:bodyPr>
          <a:lstStyle xmlns:a="http://schemas.openxmlformats.org/drawingml/2006/main">
            <a:lvl1pPr marL="0" indent="0">
              <a:buNone/>
              <a:defRPr sz="2200" b="1" spc="-150">
                <a:solidFill>
                  <a:srgbClr val="FF0000"/>
                </a:solidFill>
                <a:latin typeface="Gisha"/>
                <a:ea typeface="Gisha"/>
                <a:cs typeface="Gisha"/>
              </a:defRPr>
            </a:lvl1pPr>
            <a:lvl2pPr marL="457200" indent="0">
              <a:buNone/>
              <a:defRPr/>
            </a:lvl2pPr>
          </a:lstStyle>
          <a:p xmlns:a="http://schemas.openxmlformats.org/drawingml/2006/main">
            <a:pPr>
              <a:buNone/>
            </a:pPr>
            <a:r>
              <a:t>Project Name</a:t>
            </a:r>
          </a:p>
          <a:p xmlns:a="http://schemas.openxmlformats.org/drawingml/2006/main">
            <a:pPr>
              <a:buNone/>
            </a:pPr>
            <a:r>
              <a:t>Country</a:t>
            </a:r>
          </a:p>
        </p:txBody>
      </p:sp>
    </p:spTree>
  </p:cSld>
</p:sldLayout>
</file>

<file path=ppt/slideLayouts/slideLayout14.xml><?xml version="1.0" encoding="utf-8"?>
<p:sldLayout xmlns:p="http://schemas.openxmlformats.org/presentationml/2006/main" preserve="1" userDrawn="1">
  <p:cSld name="4_Project Blue (1x1)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Picture Placeholder 6">
            <a:extLst xmlns:a="http://schemas.openxmlformats.org/drawingml/2006/main">
              <a:ext uri="{FF2B5EF4-FFF2-40B4-BE49-F238E27FC236}">
                <a16:creationId xmlns:a16="http://schemas.microsoft.com/office/drawing/2014/main" id="{5C2BDC56-C450-4EB9-8731-EA8B5450C11B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0" y="0"/>
            <a:ext cx="12192000" cy="6858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3B0C30E-139C-40F2-A831-7EEACECECBA6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627192" y="710952"/>
            <a:ext cx="1747837" cy="17478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1600">
            <a:solidFill>
              <a:srgbClr val="023F88"/>
            </a:solidFill>
          </a:ln>
        </p:spPr>
        <p:txBody>
          <a:bodyPr xmlns:a="http://schemas.openxmlformats.org/drawingml/2006/main" lIns="108000" tIns="108000" rIns="108000" bIns="108000">
            <a:normAutofit/>
          </a:bodyPr>
          <a:lstStyle xmlns:a="http://schemas.openxmlformats.org/drawingml/2006/main">
            <a:lvl1pPr marL="0" indent="0">
              <a:buNone/>
              <a:defRPr sz="2200" b="1" spc="-150">
                <a:solidFill>
                  <a:srgbClr val="023F88"/>
                </a:solidFill>
                <a:latin typeface="Gisha"/>
                <a:ea typeface="Gisha"/>
                <a:cs typeface="Gisha"/>
              </a:defRPr>
            </a:lvl1pPr>
            <a:lvl2pPr marL="457200" indent="0">
              <a:buNone/>
              <a:defRPr/>
            </a:lvl2pPr>
          </a:lstStyle>
          <a:p xmlns:a="http://schemas.openxmlformats.org/drawingml/2006/main">
            <a:pPr>
              <a:buNone/>
            </a:pPr>
            <a:r>
              <a:t>Project Name</a:t>
            </a:r>
          </a:p>
          <a:p xmlns:a="http://schemas.openxmlformats.org/drawingml/2006/main">
            <a:pPr>
              <a:buNone/>
            </a:pPr>
            <a:r>
              <a:t>Country</a:t>
            </a:r>
          </a:p>
        </p:txBody>
      </p:sp>
    </p:spTree>
  </p:cSld>
</p:sldLayout>
</file>

<file path=ppt/slideLayouts/slideLayout15.xml><?xml version="1.0" encoding="utf-8"?>
<p:sldLayout xmlns:p="http://schemas.openxmlformats.org/presentationml/2006/main" preserve="1" userDrawn="1">
  <p:cSld name="5_Project Blue (1x1)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Picture Placeholder 6">
            <a:extLst xmlns:a="http://schemas.openxmlformats.org/drawingml/2006/main">
              <a:ext uri="{FF2B5EF4-FFF2-40B4-BE49-F238E27FC236}">
                <a16:creationId xmlns:a16="http://schemas.microsoft.com/office/drawing/2014/main" id="{52E80DC8-1027-4340-A4B6-45AD024F40A3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0" y="0"/>
            <a:ext cx="12192000" cy="6858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A1AFE25-ACA8-4988-BDD8-749A09DCFFDA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627192" y="710952"/>
            <a:ext cx="1747837" cy="17478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1600">
            <a:solidFill>
              <a:srgbClr val="FFC000"/>
            </a:solidFill>
          </a:ln>
        </p:spPr>
        <p:txBody>
          <a:bodyPr xmlns:a="http://schemas.openxmlformats.org/drawingml/2006/main" lIns="108000" tIns="108000" rIns="108000" bIns="108000">
            <a:normAutofit/>
          </a:bodyPr>
          <a:lstStyle xmlns:a="http://schemas.openxmlformats.org/drawingml/2006/main">
            <a:lvl1pPr marL="0" indent="0">
              <a:buNone/>
              <a:defRPr sz="2200" b="1" spc="-150">
                <a:solidFill>
                  <a:srgbClr val="FFC000"/>
                </a:solidFill>
                <a:latin typeface="Gisha"/>
                <a:ea typeface="Gisha"/>
                <a:cs typeface="Gisha"/>
              </a:defRPr>
            </a:lvl1pPr>
            <a:lvl2pPr marL="457200" indent="0">
              <a:buNone/>
              <a:defRPr/>
            </a:lvl2pPr>
          </a:lstStyle>
          <a:p xmlns:a="http://schemas.openxmlformats.org/drawingml/2006/main">
            <a:pPr>
              <a:buNone/>
            </a:pPr>
            <a:r>
              <a:t>Project Name</a:t>
            </a:r>
          </a:p>
          <a:p xmlns:a="http://schemas.openxmlformats.org/drawingml/2006/main">
            <a:pPr>
              <a:buNone/>
            </a:pPr>
            <a:r>
              <a:t>Country</a:t>
            </a:r>
          </a:p>
        </p:txBody>
      </p:sp>
    </p:spTree>
  </p:cSld>
</p:sldLayout>
</file>

<file path=ppt/slideLayouts/slideLayout16.xml><?xml version="1.0" encoding="utf-8"?>
<p:sldLayout xmlns:p="http://schemas.openxmlformats.org/presentationml/2006/main" preserve="1" userDrawn="1">
  <p:cSld name="6_Project Blue (1x1)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Picture Placeholder 6">
            <a:extLst xmlns:a="http://schemas.openxmlformats.org/drawingml/2006/main">
              <a:ext uri="{FF2B5EF4-FFF2-40B4-BE49-F238E27FC236}">
                <a16:creationId xmlns:a16="http://schemas.microsoft.com/office/drawing/2014/main" id="{A2A2B99C-5239-4D9E-9A21-5E946934E194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0" y="0"/>
            <a:ext cx="12192000" cy="6858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39BC6EC-E099-4FB7-AC60-120FAEC7EEB7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627192" y="710952"/>
            <a:ext cx="1747837" cy="17478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1600">
            <a:solidFill>
              <a:srgbClr val="92D050"/>
            </a:solidFill>
          </a:ln>
        </p:spPr>
        <p:txBody>
          <a:bodyPr xmlns:a="http://schemas.openxmlformats.org/drawingml/2006/main" lIns="108000" tIns="108000" rIns="108000" bIns="108000">
            <a:normAutofit/>
          </a:bodyPr>
          <a:lstStyle xmlns:a="http://schemas.openxmlformats.org/drawingml/2006/main">
            <a:lvl1pPr marL="0" indent="0">
              <a:buNone/>
              <a:defRPr sz="2200" b="1" spc="-150">
                <a:solidFill>
                  <a:srgbClr val="92D050"/>
                </a:solidFill>
                <a:latin typeface="Gisha"/>
                <a:ea typeface="Gisha"/>
                <a:cs typeface="Gisha"/>
              </a:defRPr>
            </a:lvl1pPr>
            <a:lvl2pPr marL="457200" indent="0">
              <a:buNone/>
              <a:defRPr/>
            </a:lvl2pPr>
          </a:lstStyle>
          <a:p xmlns:a="http://schemas.openxmlformats.org/drawingml/2006/main">
            <a:pPr>
              <a:buNone/>
            </a:pPr>
            <a:r>
              <a:t>Project Name</a:t>
            </a:r>
          </a:p>
          <a:p xmlns:a="http://schemas.openxmlformats.org/drawingml/2006/main">
            <a:pPr>
              <a:buNone/>
            </a:pPr>
            <a:r>
              <a:t>Country</a:t>
            </a:r>
          </a:p>
        </p:txBody>
      </p:sp>
    </p:spTree>
  </p:cSld>
</p:sldLayout>
</file>

<file path=ppt/slideLayouts/slideLayout17.xml><?xml version="1.0" encoding="utf-8"?>
<p:sldLayout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Picture Placeholder 8">
            <a:extLst xmlns:a="http://schemas.openxmlformats.org/drawingml/2006/main">
              <a:ext uri="{FF2B5EF4-FFF2-40B4-BE49-F238E27FC236}">
                <a16:creationId xmlns:a16="http://schemas.microsoft.com/office/drawing/2014/main" id="{8CCB9979-1B40-4C9D-A6BB-726EFDC467D8}"/>
              </a:ext>
            </a:extLst>
          </p:cNvPr>
          <p:cNvSpPr>
            <a:spLocks xmlns:a="http://schemas.openxmlformats.org/drawingml/2006/main" noGrp="1"/>
          </p:cNvSpPr>
          <p:nvPr>
            <p:ph type="pic" idx="18"/>
          </p:nvPr>
        </p:nvSpPr>
        <p:spPr>
          <a:xfrm xmlns:a="http://schemas.openxmlformats.org/drawingml/2006/main">
            <a:off x="6152729" y="0"/>
            <a:ext cx="5670466" cy="34099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Picture Placeholder 8">
            <a:extLst xmlns:a="http://schemas.openxmlformats.org/drawingml/2006/main">
              <a:ext uri="{FF2B5EF4-FFF2-40B4-BE49-F238E27FC236}">
                <a16:creationId xmlns:a16="http://schemas.microsoft.com/office/drawing/2014/main" id="{6FFC3822-6120-43A6-8292-6BA8BA42F02E}"/>
              </a:ext>
            </a:extLst>
          </p:cNvPr>
          <p:cNvSpPr>
            <a:spLocks xmlns:a="http://schemas.openxmlformats.org/drawingml/2006/main" noGrp="1"/>
          </p:cNvSpPr>
          <p:nvPr>
            <p:ph type="pic" idx="11"/>
          </p:nvPr>
        </p:nvSpPr>
        <p:spPr>
          <a:xfrm xmlns:a="http://schemas.openxmlformats.org/drawingml/2006/main">
            <a:off x="342900" y="3414061"/>
            <a:ext cx="5670466" cy="344394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B7350965-544C-42A3-90A0-9B53AC832780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609179" y="3674954"/>
            <a:ext cx="1457747" cy="1450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1600">
            <a:solidFill>
              <a:srgbClr val="FFC000"/>
            </a:solidFill>
          </a:ln>
        </p:spPr>
        <p:txBody>
          <a:bodyPr xmlns:a="http://schemas.openxmlformats.org/drawingml/2006/main" lIns="108000" tIns="108000" rIns="108000" bIns="108000">
            <a:normAutofit/>
          </a:bodyPr>
          <a:lstStyle xmlns:a="http://schemas.openxmlformats.org/drawingml/2006/main">
            <a:lvl1pPr marL="0" indent="0">
              <a:buNone/>
              <a:defRPr sz="2200" b="1" spc="-150">
                <a:solidFill>
                  <a:srgbClr val="FFC000"/>
                </a:solidFill>
                <a:latin typeface="Gisha"/>
                <a:ea typeface="Gisha"/>
                <a:cs typeface="Gisha"/>
              </a:defRPr>
            </a:lvl1pPr>
          </a:lstStyle>
          <a:p xmlns:a="http://schemas.openxmlformats.org/drawingml/2006/main">
            <a:pPr>
              <a:buNone/>
            </a:pPr>
            <a:r>
              <a:t>Project Name</a:t>
            </a:r>
          </a:p>
        </p:txBody>
      </p:sp>
      <p:sp>
        <p:nvSpPr>
          <p:cNvPr id="20" name="Picture Placeholder 8">
            <a:extLst xmlns:a="http://schemas.openxmlformats.org/drawingml/2006/main">
              <a:ext uri="{FF2B5EF4-FFF2-40B4-BE49-F238E27FC236}">
                <a16:creationId xmlns:a16="http://schemas.microsoft.com/office/drawing/2014/main" id="{978F9E0D-3D2E-4245-AD99-6C1BC4600D67}"/>
              </a:ext>
            </a:extLst>
          </p:cNvPr>
          <p:cNvSpPr>
            <a:spLocks xmlns:a="http://schemas.openxmlformats.org/drawingml/2006/main" noGrp="1"/>
          </p:cNvSpPr>
          <p:nvPr>
            <p:ph type="pic" idx="19"/>
          </p:nvPr>
        </p:nvSpPr>
        <p:spPr>
          <a:xfrm xmlns:a="http://schemas.openxmlformats.org/drawingml/2006/main">
            <a:off x="6152729" y="3414061"/>
            <a:ext cx="5670466" cy="344394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Picture Placeholder 8">
            <a:extLst xmlns:a="http://schemas.openxmlformats.org/drawingml/2006/main">
              <a:ext uri="{FF2B5EF4-FFF2-40B4-BE49-F238E27FC236}">
                <a16:creationId xmlns:a16="http://schemas.microsoft.com/office/drawing/2014/main" id="{29FA6234-2C8C-4FAD-9C20-EF4ABF7171CD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342900" y="1"/>
            <a:ext cx="5670466" cy="3409949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3CC15A60-1551-4498-843C-53A02725A1B5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609180" y="293091"/>
            <a:ext cx="1457746" cy="14506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1600">
            <a:solidFill>
              <a:srgbClr val="FF0000"/>
            </a:solidFill>
          </a:ln>
        </p:spPr>
        <p:txBody>
          <a:bodyPr xmlns:a="http://schemas.openxmlformats.org/drawingml/2006/main" lIns="108000" tIns="108000" rIns="108000" bIns="108000">
            <a:normAutofit/>
          </a:bodyPr>
          <a:lstStyle xmlns:a="http://schemas.openxmlformats.org/drawingml/2006/main">
            <a:lvl1pPr marL="0" indent="0">
              <a:buNone/>
              <a:defRPr sz="2200" b="1" spc="-150">
                <a:solidFill>
                  <a:srgbClr val="FF0000"/>
                </a:solidFill>
                <a:latin typeface="Gisha"/>
                <a:ea typeface="Gisha"/>
                <a:cs typeface="Gisha"/>
              </a:defRPr>
            </a:lvl1pPr>
          </a:lstStyle>
          <a:p xmlns:a="http://schemas.openxmlformats.org/drawingml/2006/main">
            <a:pPr>
              <a:buNone/>
            </a:pPr>
            <a:r>
              <a:t>Project Name</a:t>
            </a:r>
          </a:p>
        </p:txBody>
      </p:sp>
      <p:sp>
        <p:nvSpPr>
          <p:cNvPr id="14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8DD39B9B-D021-446C-9CC9-5354AF59C72D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6429868" y="301679"/>
            <a:ext cx="1457748" cy="14506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1600">
            <a:solidFill>
              <a:srgbClr val="023F88"/>
            </a:solidFill>
          </a:ln>
        </p:spPr>
        <p:txBody>
          <a:bodyPr xmlns:a="http://schemas.openxmlformats.org/drawingml/2006/main" lIns="108000" tIns="108000" rIns="108000" bIns="108000">
            <a:normAutofit/>
          </a:bodyPr>
          <a:lstStyle xmlns:a="http://schemas.openxmlformats.org/drawingml/2006/main">
            <a:lvl1pPr marL="0" indent="0">
              <a:buNone/>
              <a:defRPr sz="2200" b="1" spc="-150">
                <a:solidFill>
                  <a:srgbClr val="023F88"/>
                </a:solidFill>
                <a:latin typeface="Gisha"/>
                <a:ea typeface="Gisha"/>
                <a:cs typeface="Gisha"/>
              </a:defRPr>
            </a:lvl1pPr>
          </a:lstStyle>
          <a:p xmlns:a="http://schemas.openxmlformats.org/drawingml/2006/main">
            <a:pPr>
              <a:buNone/>
            </a:pPr>
            <a:r>
              <a:t>Project Name</a:t>
            </a:r>
          </a:p>
        </p:txBody>
      </p:sp>
      <p:sp>
        <p:nvSpPr>
          <p:cNvPr id="16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07521F85-9FAB-4833-9C9B-23A5DF2A7CC5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6429868" y="3674953"/>
            <a:ext cx="1457748" cy="14506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1600">
            <a:solidFill>
              <a:srgbClr val="92D050"/>
            </a:solidFill>
          </a:ln>
        </p:spPr>
        <p:txBody>
          <a:bodyPr xmlns:a="http://schemas.openxmlformats.org/drawingml/2006/main" lIns="108000" tIns="108000" rIns="108000" bIns="108000">
            <a:normAutofit/>
          </a:bodyPr>
          <a:lstStyle xmlns:a="http://schemas.openxmlformats.org/drawingml/2006/main">
            <a:lvl1pPr marL="0" indent="0">
              <a:buNone/>
              <a:defRPr sz="2200" b="1" spc="-150">
                <a:solidFill>
                  <a:srgbClr val="92D050"/>
                </a:solidFill>
                <a:latin typeface="Gisha"/>
                <a:ea typeface="Gisha"/>
                <a:cs typeface="Gisha"/>
              </a:defRPr>
            </a:lvl1pPr>
          </a:lstStyle>
          <a:p xmlns:a="http://schemas.openxmlformats.org/drawingml/2006/main">
            <a:pPr>
              <a:buNone/>
            </a:pPr>
            <a:r>
              <a:t>Project Name</a:t>
            </a:r>
          </a:p>
        </p:txBody>
      </p:sp>
    </p:spTree>
  </p:cSld>
</p:sldLayout>
</file>

<file path=ppt/slideLayouts/slideLayout18.xml><?xml version="1.0" encoding="utf-8"?>
<p:sldLayout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Picture Placeholder 6">
            <a:extLst xmlns:a="http://schemas.openxmlformats.org/drawingml/2006/main">
              <a:ext uri="{FF2B5EF4-FFF2-40B4-BE49-F238E27FC236}">
                <a16:creationId xmlns:a16="http://schemas.microsoft.com/office/drawing/2014/main" id="{0C43D18B-AC21-4C12-A474-96E6A5D85E8F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0" y="-1"/>
            <a:ext cx="6134990" cy="339018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Picture Placeholder 6">
            <a:extLst xmlns:a="http://schemas.openxmlformats.org/drawingml/2006/main">
              <a:ext uri="{FF2B5EF4-FFF2-40B4-BE49-F238E27FC236}">
                <a16:creationId xmlns:a16="http://schemas.microsoft.com/office/drawing/2014/main" id="{BBACD14B-DD41-4F95-BB5B-E54E1AF8E49C}"/>
              </a:ext>
            </a:extLst>
          </p:cNvPr>
          <p:cNvSpPr>
            <a:spLocks xmlns:a="http://schemas.openxmlformats.org/drawingml/2006/main" noGrp="1"/>
          </p:cNvSpPr>
          <p:nvPr>
            <p:ph type="pic" idx="11"/>
          </p:nvPr>
        </p:nvSpPr>
        <p:spPr>
          <a:xfrm xmlns:a="http://schemas.openxmlformats.org/drawingml/2006/main">
            <a:off x="6134990" y="0"/>
            <a:ext cx="6057010" cy="339018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Picture Placeholder 6">
            <a:extLst xmlns:a="http://schemas.openxmlformats.org/drawingml/2006/main">
              <a:ext uri="{FF2B5EF4-FFF2-40B4-BE49-F238E27FC236}">
                <a16:creationId xmlns:a16="http://schemas.microsoft.com/office/drawing/2014/main" id="{6BEC8D60-67EF-4353-B2B8-D5C893EC5CA4}"/>
              </a:ext>
            </a:extLst>
          </p:cNvPr>
          <p:cNvSpPr>
            <a:spLocks xmlns:a="http://schemas.openxmlformats.org/drawingml/2006/main" noGrp="1"/>
          </p:cNvSpPr>
          <p:nvPr>
            <p:ph type="pic" idx="12"/>
          </p:nvPr>
        </p:nvSpPr>
        <p:spPr>
          <a:xfrm xmlns:a="http://schemas.openxmlformats.org/drawingml/2006/main">
            <a:off x="0" y="3390181"/>
            <a:ext cx="6134990" cy="3467819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Picture Placeholder 6">
            <a:extLst xmlns:a="http://schemas.openxmlformats.org/drawingml/2006/main">
              <a:ext uri="{FF2B5EF4-FFF2-40B4-BE49-F238E27FC236}">
                <a16:creationId xmlns:a16="http://schemas.microsoft.com/office/drawing/2014/main" id="{CE327ADA-90A8-45EC-9D4C-7A129220D40A}"/>
              </a:ext>
            </a:extLst>
          </p:cNvPr>
          <p:cNvSpPr>
            <a:spLocks xmlns:a="http://schemas.openxmlformats.org/drawingml/2006/main" noGrp="1"/>
          </p:cNvSpPr>
          <p:nvPr>
            <p:ph type="pic" idx="13"/>
          </p:nvPr>
        </p:nvSpPr>
        <p:spPr>
          <a:xfrm xmlns:a="http://schemas.openxmlformats.org/drawingml/2006/main">
            <a:off x="6134990" y="3390182"/>
            <a:ext cx="6057010" cy="346781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7330FAAB-C141-4E56-8687-BB57F30A3BC6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290002" y="3674953"/>
            <a:ext cx="1457747" cy="1450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1600">
            <a:solidFill>
              <a:srgbClr val="FFC000"/>
            </a:solidFill>
          </a:ln>
        </p:spPr>
        <p:txBody>
          <a:bodyPr xmlns:a="http://schemas.openxmlformats.org/drawingml/2006/main" lIns="108000" tIns="108000" rIns="108000" bIns="108000">
            <a:normAutofit/>
          </a:bodyPr>
          <a:lstStyle xmlns:a="http://schemas.openxmlformats.org/drawingml/2006/main">
            <a:lvl1pPr marL="0" indent="0">
              <a:buNone/>
              <a:defRPr sz="2200" b="1" spc="-150">
                <a:solidFill>
                  <a:srgbClr val="FFC000"/>
                </a:solidFill>
                <a:latin typeface="Gisha"/>
                <a:ea typeface="Gisha"/>
                <a:cs typeface="Gisha"/>
              </a:defRPr>
            </a:lvl1pPr>
          </a:lstStyle>
          <a:p xmlns:a="http://schemas.openxmlformats.org/drawingml/2006/main">
            <a:pPr>
              <a:buNone/>
            </a:pPr>
            <a:r>
              <a:t>Project Name</a:t>
            </a:r>
          </a:p>
        </p:txBody>
      </p:sp>
      <p:sp>
        <p:nvSpPr>
          <p:cNvPr id="12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904A261F-9E23-4A8B-B5A3-9CB91C54D0D1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290003" y="293090"/>
            <a:ext cx="1457746" cy="14506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1600">
            <a:solidFill>
              <a:srgbClr val="FF0000"/>
            </a:solidFill>
          </a:ln>
        </p:spPr>
        <p:txBody>
          <a:bodyPr xmlns:a="http://schemas.openxmlformats.org/drawingml/2006/main" lIns="108000" tIns="108000" rIns="108000" bIns="108000">
            <a:normAutofit/>
          </a:bodyPr>
          <a:lstStyle xmlns:a="http://schemas.openxmlformats.org/drawingml/2006/main">
            <a:lvl1pPr marL="0" indent="0">
              <a:buNone/>
              <a:defRPr sz="2200" b="1" spc="-150">
                <a:solidFill>
                  <a:srgbClr val="FF0000"/>
                </a:solidFill>
                <a:latin typeface="Gisha"/>
                <a:ea typeface="Gisha"/>
                <a:cs typeface="Gisha"/>
              </a:defRPr>
            </a:lvl1pPr>
          </a:lstStyle>
          <a:p xmlns:a="http://schemas.openxmlformats.org/drawingml/2006/main">
            <a:pPr>
              <a:buNone/>
            </a:pPr>
            <a:r>
              <a:t>Project Name</a:t>
            </a:r>
          </a:p>
        </p:txBody>
      </p:sp>
      <p:sp>
        <p:nvSpPr>
          <p:cNvPr id="13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77523006-799E-4EB6-9249-2B81E7C6478E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6429868" y="301679"/>
            <a:ext cx="1457748" cy="14506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1600">
            <a:solidFill>
              <a:srgbClr val="023F88"/>
            </a:solidFill>
          </a:ln>
        </p:spPr>
        <p:txBody>
          <a:bodyPr xmlns:a="http://schemas.openxmlformats.org/drawingml/2006/main" lIns="108000" tIns="108000" rIns="108000" bIns="108000">
            <a:normAutofit/>
          </a:bodyPr>
          <a:lstStyle xmlns:a="http://schemas.openxmlformats.org/drawingml/2006/main">
            <a:lvl1pPr marL="0" indent="0">
              <a:buNone/>
              <a:defRPr sz="2200" b="1" spc="-150">
                <a:solidFill>
                  <a:srgbClr val="023F88"/>
                </a:solidFill>
                <a:latin typeface="Gisha"/>
                <a:ea typeface="Gisha"/>
                <a:cs typeface="Gisha"/>
              </a:defRPr>
            </a:lvl1pPr>
          </a:lstStyle>
          <a:p xmlns:a="http://schemas.openxmlformats.org/drawingml/2006/main">
            <a:pPr>
              <a:buNone/>
            </a:pPr>
            <a:r>
              <a:t>Project Name</a:t>
            </a:r>
          </a:p>
        </p:txBody>
      </p:sp>
      <p:sp>
        <p:nvSpPr>
          <p:cNvPr id="14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A2C31D91-D6D4-4754-908A-142B3A9AA9CE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6429868" y="3674953"/>
            <a:ext cx="1457748" cy="14506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1600">
            <a:solidFill>
              <a:srgbClr val="92D050"/>
            </a:solidFill>
          </a:ln>
        </p:spPr>
        <p:txBody>
          <a:bodyPr xmlns:a="http://schemas.openxmlformats.org/drawingml/2006/main" lIns="108000" tIns="108000" rIns="108000" bIns="108000">
            <a:normAutofit/>
          </a:bodyPr>
          <a:lstStyle xmlns:a="http://schemas.openxmlformats.org/drawingml/2006/main">
            <a:lvl1pPr marL="0" indent="0">
              <a:buNone/>
              <a:defRPr sz="2200" b="1" spc="-150">
                <a:solidFill>
                  <a:srgbClr val="92D050"/>
                </a:solidFill>
                <a:latin typeface="Gisha"/>
                <a:ea typeface="Gisha"/>
                <a:cs typeface="Gisha"/>
              </a:defRPr>
            </a:lvl1pPr>
          </a:lstStyle>
          <a:p xmlns:a="http://schemas.openxmlformats.org/drawingml/2006/main">
            <a:pPr>
              <a:buNone/>
            </a:pPr>
            <a:r>
              <a:t>Project Name</a:t>
            </a:r>
          </a:p>
        </p:txBody>
      </p:sp>
    </p:spTree>
  </p:cSld>
</p:sldLayout>
</file>

<file path=ppt/slideLayouts/slideLayout19.xml><?xml version="1.0" encoding="utf-8"?>
<p:sldLayout xmlns:p="http://schemas.openxmlformats.org/presentationml/2006/main" preserve="1" userDrawn="1">
  <p:cSld name="3_Project (6x6)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Picture Placeholder 13">
            <a:extLst xmlns:a="http://schemas.openxmlformats.org/drawingml/2006/main">
              <a:ext uri="{FF2B5EF4-FFF2-40B4-BE49-F238E27FC236}">
                <a16:creationId xmlns:a16="http://schemas.microsoft.com/office/drawing/2014/main" id="{39318167-2D9F-49D4-B307-5B1F4D9FBA5D}"/>
              </a:ext>
            </a:extLst>
          </p:cNvPr>
          <p:cNvSpPr>
            <a:spLocks xmlns:a="http://schemas.openxmlformats.org/drawingml/2006/main" noGrp="1"/>
          </p:cNvSpPr>
          <p:nvPr>
            <p:ph type="pic" idx="37"/>
          </p:nvPr>
        </p:nvSpPr>
        <p:spPr>
          <a:xfrm xmlns:a="http://schemas.openxmlformats.org/drawingml/2006/main">
            <a:off x="258017" y="1173436"/>
            <a:ext cx="3695498" cy="210101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200">
                <a:ln>
                  <a:noFill/>
                </a:ln>
                <a:solidFill>
                  <a:schemeClr val="bg1">
                    <a:lumMod val="8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10" name="Picture Placeholder 13">
            <a:extLst xmlns:a="http://schemas.openxmlformats.org/drawingml/2006/main">
              <a:ext uri="{FF2B5EF4-FFF2-40B4-BE49-F238E27FC236}">
                <a16:creationId xmlns:a16="http://schemas.microsoft.com/office/drawing/2014/main" id="{21833F83-D9F2-4E5A-A1A8-0B5E2BEFD0FF}"/>
              </a:ext>
            </a:extLst>
          </p:cNvPr>
          <p:cNvSpPr>
            <a:spLocks xmlns:a="http://schemas.openxmlformats.org/drawingml/2006/main" noGrp="1"/>
          </p:cNvSpPr>
          <p:nvPr>
            <p:ph type="pic" idx="38"/>
          </p:nvPr>
        </p:nvSpPr>
        <p:spPr>
          <a:xfrm xmlns:a="http://schemas.openxmlformats.org/drawingml/2006/main">
            <a:off x="4277927" y="1173436"/>
            <a:ext cx="3695498" cy="210101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200">
                <a:ln>
                  <a:noFill/>
                </a:ln>
                <a:solidFill>
                  <a:schemeClr val="bg1">
                    <a:lumMod val="8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11" name="Picture Placeholder 13">
            <a:extLst xmlns:a="http://schemas.openxmlformats.org/drawingml/2006/main">
              <a:ext uri="{FF2B5EF4-FFF2-40B4-BE49-F238E27FC236}">
                <a16:creationId xmlns:a16="http://schemas.microsoft.com/office/drawing/2014/main" id="{9DAA2C77-5949-4CA0-ABA4-725A1985D99E}"/>
              </a:ext>
            </a:extLst>
          </p:cNvPr>
          <p:cNvSpPr>
            <a:spLocks xmlns:a="http://schemas.openxmlformats.org/drawingml/2006/main" noGrp="1"/>
          </p:cNvSpPr>
          <p:nvPr>
            <p:ph type="pic" idx="39"/>
          </p:nvPr>
        </p:nvSpPr>
        <p:spPr>
          <a:xfrm xmlns:a="http://schemas.openxmlformats.org/drawingml/2006/main">
            <a:off x="8297837" y="1173436"/>
            <a:ext cx="3695498" cy="210292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200">
                <a:ln>
                  <a:noFill/>
                </a:ln>
                <a:solidFill>
                  <a:schemeClr val="bg1">
                    <a:lumMod val="8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12" name="Picture Placeholder 13">
            <a:extLst xmlns:a="http://schemas.openxmlformats.org/drawingml/2006/main">
              <a:ext uri="{FF2B5EF4-FFF2-40B4-BE49-F238E27FC236}">
                <a16:creationId xmlns:a16="http://schemas.microsoft.com/office/drawing/2014/main" id="{47FFB298-42B3-41C1-A138-AF0596BF2F46}"/>
              </a:ext>
            </a:extLst>
          </p:cNvPr>
          <p:cNvSpPr>
            <a:spLocks xmlns:a="http://schemas.openxmlformats.org/drawingml/2006/main" noGrp="1"/>
          </p:cNvSpPr>
          <p:nvPr>
            <p:ph type="pic" idx="40"/>
          </p:nvPr>
        </p:nvSpPr>
        <p:spPr>
          <a:xfrm xmlns:a="http://schemas.openxmlformats.org/drawingml/2006/main">
            <a:off x="258017" y="4011526"/>
            <a:ext cx="3695498" cy="207872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200">
                <a:ln>
                  <a:noFill/>
                </a:ln>
                <a:solidFill>
                  <a:schemeClr val="bg1">
                    <a:lumMod val="8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13" name="Picture Placeholder 13">
            <a:extLst xmlns:a="http://schemas.openxmlformats.org/drawingml/2006/main">
              <a:ext uri="{FF2B5EF4-FFF2-40B4-BE49-F238E27FC236}">
                <a16:creationId xmlns:a16="http://schemas.microsoft.com/office/drawing/2014/main" id="{0BF376DC-5715-4286-BFF5-2F5022D34802}"/>
              </a:ext>
            </a:extLst>
          </p:cNvPr>
          <p:cNvSpPr>
            <a:spLocks xmlns:a="http://schemas.openxmlformats.org/drawingml/2006/main" noGrp="1"/>
          </p:cNvSpPr>
          <p:nvPr>
            <p:ph type="pic" idx="41"/>
          </p:nvPr>
        </p:nvSpPr>
        <p:spPr>
          <a:xfrm xmlns:a="http://schemas.openxmlformats.org/drawingml/2006/main">
            <a:off x="4277927" y="4011526"/>
            <a:ext cx="3695498" cy="207872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200">
                <a:ln>
                  <a:noFill/>
                </a:ln>
                <a:solidFill>
                  <a:schemeClr val="bg1">
                    <a:lumMod val="8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14" name="Picture Placeholder 13">
            <a:extLst xmlns:a="http://schemas.openxmlformats.org/drawingml/2006/main">
              <a:ext uri="{FF2B5EF4-FFF2-40B4-BE49-F238E27FC236}">
                <a16:creationId xmlns:a16="http://schemas.microsoft.com/office/drawing/2014/main" id="{3D2AF017-EA04-44C6-84A0-7AE118D2F8D8}"/>
              </a:ext>
            </a:extLst>
          </p:cNvPr>
          <p:cNvSpPr>
            <a:spLocks xmlns:a="http://schemas.openxmlformats.org/drawingml/2006/main" noGrp="1"/>
          </p:cNvSpPr>
          <p:nvPr>
            <p:ph type="pic" idx="42"/>
          </p:nvPr>
        </p:nvSpPr>
        <p:spPr>
          <a:xfrm xmlns:a="http://schemas.openxmlformats.org/drawingml/2006/main">
            <a:off x="8297837" y="4011526"/>
            <a:ext cx="3695498" cy="207872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200">
                <a:ln>
                  <a:noFill/>
                </a:ln>
                <a:solidFill>
                  <a:schemeClr val="bg1">
                    <a:lumMod val="8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407E6408-801E-4A84-8484-ABFD72D3C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175" y="5722665"/>
            <a:ext cx="3695498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>
            <a:sp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0322F133-339A-41E3-A856-F8C20FCF5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859" y="3513138"/>
            <a:ext cx="3695498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>
            <a:sp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4" name="TextBox 43">
            <a:extLst xmlns:a="http://schemas.openxmlformats.org/drawingml/2006/main">
              <a:ext uri="{FF2B5EF4-FFF2-40B4-BE49-F238E27FC236}">
                <a16:creationId xmlns:a16="http://schemas.microsoft.com/office/drawing/2014/main" id="{8C26EECE-0E0F-4A0E-BC30-BE05A6CF7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8225" y="3513138"/>
            <a:ext cx="3695498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>
            <a:sp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6" name="TextBox 45">
            <a:extLst xmlns:a="http://schemas.openxmlformats.org/drawingml/2006/main">
              <a:ext uri="{FF2B5EF4-FFF2-40B4-BE49-F238E27FC236}">
                <a16:creationId xmlns:a16="http://schemas.microsoft.com/office/drawing/2014/main" id="{A6E09016-6B6B-4E4B-A632-FFB4CF12A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5453" y="3513138"/>
            <a:ext cx="3695498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>
            <a:sp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7" name="Text Placeholder 28">
            <a:extLst xmlns:a="http://schemas.openxmlformats.org/drawingml/2006/main">
              <a:ext uri="{FF2B5EF4-FFF2-40B4-BE49-F238E27FC236}">
                <a16:creationId xmlns:a16="http://schemas.microsoft.com/office/drawing/2014/main" id="{A0CF81F3-1F3D-4C16-BBE0-29FF6B109A2E}"/>
              </a:ext>
            </a:extLst>
          </p:cNvPr>
          <p:cNvSpPr>
            <a:spLocks xmlns:a="http://schemas.openxmlformats.org/drawingml/2006/main" noGrp="1"/>
          </p:cNvSpPr>
          <p:nvPr>
            <p:ph type="body" idx="50" hasCustomPrompt="1"/>
          </p:nvPr>
        </p:nvSpPr>
        <p:spPr>
          <a:xfrm xmlns:a="http://schemas.openxmlformats.org/drawingml/2006/main">
            <a:off x="4265453" y="3514398"/>
            <a:ext cx="3694112" cy="260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100">
                <a:solidFill>
                  <a:schemeClr val="tx1"/>
                </a:solidFill>
                <a:latin typeface="Gisha"/>
                <a:ea typeface="Gisha"/>
                <a:cs typeface="Gisha"/>
              </a:defRPr>
            </a:lvl1pPr>
            <a:lvl2pPr marL="457200" indent="0">
              <a:buNone/>
              <a:defRPr sz="1100">
                <a:solidFill>
                  <a:schemeClr val="bg1"/>
                </a:solidFill>
                <a:latin typeface="Gisha"/>
                <a:ea typeface="Gisha"/>
                <a:cs typeface="Gisha"/>
              </a:defRPr>
            </a:lvl2pPr>
            <a:lvl3pPr marL="914400" indent="0">
              <a:buNone/>
              <a:defRPr sz="1100">
                <a:solidFill>
                  <a:schemeClr val="bg1"/>
                </a:solidFill>
                <a:latin typeface="Gisha"/>
                <a:ea typeface="Gisha"/>
                <a:cs typeface="Gisha"/>
              </a:defRPr>
            </a:lvl3pPr>
            <a:lvl4pPr marL="1371600" indent="0">
              <a:buNone/>
              <a:defRPr sz="1100">
                <a:solidFill>
                  <a:schemeClr val="bg1"/>
                </a:solidFill>
                <a:latin typeface="Gisha"/>
                <a:ea typeface="Gisha"/>
                <a:cs typeface="Gisha"/>
              </a:defRPr>
            </a:lvl4pPr>
            <a:lvl5pPr marL="1828800" indent="0">
              <a:buNone/>
              <a:defRPr sz="1100">
                <a:solidFill>
                  <a:schemeClr val="bg1"/>
                </a:solidFill>
                <a:latin typeface="Gisha"/>
                <a:ea typeface="Gisha"/>
                <a:cs typeface="Gisha"/>
              </a:defRPr>
            </a:lvl5pPr>
          </a:lstStyle>
          <a:p xmlns:a="http://schemas.openxmlformats.org/drawingml/2006/main">
            <a:pPr>
              <a:buNone/>
            </a:pPr>
            <a:r>
              <a:t>Services Provided</a:t>
            </a:r>
          </a:p>
        </p:txBody>
      </p:sp>
      <p:sp>
        <p:nvSpPr>
          <p:cNvPr id="48" name="TextBox 47">
            <a:extLst xmlns:a="http://schemas.openxmlformats.org/drawingml/2006/main">
              <a:ext uri="{FF2B5EF4-FFF2-40B4-BE49-F238E27FC236}">
                <a16:creationId xmlns:a16="http://schemas.microsoft.com/office/drawing/2014/main" id="{240B22AD-42F6-45E1-A9D4-A54D7C60F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1995" y="3513138"/>
            <a:ext cx="3695498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>
            <a:sp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9" name="Text Placeholder 28">
            <a:extLst xmlns:a="http://schemas.openxmlformats.org/drawingml/2006/main">
              <a:ext uri="{FF2B5EF4-FFF2-40B4-BE49-F238E27FC236}">
                <a16:creationId xmlns:a16="http://schemas.microsoft.com/office/drawing/2014/main" id="{5F39C56E-18A4-4FE5-AAC5-2EFC1020305A}"/>
              </a:ext>
            </a:extLst>
          </p:cNvPr>
          <p:cNvSpPr>
            <a:spLocks xmlns:a="http://schemas.openxmlformats.org/drawingml/2006/main" noGrp="1"/>
          </p:cNvSpPr>
          <p:nvPr>
            <p:ph type="body" idx="51" hasCustomPrompt="1"/>
          </p:nvPr>
        </p:nvSpPr>
        <p:spPr>
          <a:xfrm xmlns:a="http://schemas.openxmlformats.org/drawingml/2006/main">
            <a:off x="8301995" y="3514398"/>
            <a:ext cx="3694112" cy="260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100">
                <a:solidFill>
                  <a:schemeClr val="tx1"/>
                </a:solidFill>
                <a:latin typeface="Gisha"/>
                <a:ea typeface="Gisha"/>
                <a:cs typeface="Gisha"/>
              </a:defRPr>
            </a:lvl1pPr>
            <a:lvl2pPr marL="457200" indent="0">
              <a:buNone/>
              <a:defRPr sz="1100">
                <a:solidFill>
                  <a:schemeClr val="bg1"/>
                </a:solidFill>
                <a:latin typeface="Gisha"/>
                <a:ea typeface="Gisha"/>
                <a:cs typeface="Gisha"/>
              </a:defRPr>
            </a:lvl2pPr>
            <a:lvl3pPr marL="914400" indent="0">
              <a:buNone/>
              <a:defRPr sz="1100">
                <a:solidFill>
                  <a:schemeClr val="bg1"/>
                </a:solidFill>
                <a:latin typeface="Gisha"/>
                <a:ea typeface="Gisha"/>
                <a:cs typeface="Gisha"/>
              </a:defRPr>
            </a:lvl3pPr>
            <a:lvl4pPr marL="1371600" indent="0">
              <a:buNone/>
              <a:defRPr sz="1100">
                <a:solidFill>
                  <a:schemeClr val="bg1"/>
                </a:solidFill>
                <a:latin typeface="Gisha"/>
                <a:ea typeface="Gisha"/>
                <a:cs typeface="Gisha"/>
              </a:defRPr>
            </a:lvl4pPr>
            <a:lvl5pPr marL="1828800" indent="0">
              <a:buNone/>
              <a:defRPr sz="1100">
                <a:solidFill>
                  <a:schemeClr val="bg1"/>
                </a:solidFill>
                <a:latin typeface="Gisha"/>
                <a:ea typeface="Gisha"/>
                <a:cs typeface="Gisha"/>
              </a:defRPr>
            </a:lvl5pPr>
          </a:lstStyle>
          <a:p xmlns:a="http://schemas.openxmlformats.org/drawingml/2006/main">
            <a:pPr>
              <a:buNone/>
            </a:pPr>
            <a:r>
              <a:t>Services Provided</a:t>
            </a:r>
          </a:p>
        </p:txBody>
      </p:sp>
      <p:sp>
        <p:nvSpPr>
          <p:cNvPr id="50" name="TextBox 49">
            <a:extLst xmlns:a="http://schemas.openxmlformats.org/drawingml/2006/main">
              <a:ext uri="{FF2B5EF4-FFF2-40B4-BE49-F238E27FC236}">
                <a16:creationId xmlns:a16="http://schemas.microsoft.com/office/drawing/2014/main" id="{662C439B-E038-4058-8CCB-5ACAA8349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1995" y="6355991"/>
            <a:ext cx="3695498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>
            <a:sp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51" name="Text Placeholder 28">
            <a:extLst xmlns:a="http://schemas.openxmlformats.org/drawingml/2006/main">
              <a:ext uri="{FF2B5EF4-FFF2-40B4-BE49-F238E27FC236}">
                <a16:creationId xmlns:a16="http://schemas.microsoft.com/office/drawing/2014/main" id="{D1D767F1-1296-436B-8AC2-68011AA1DB36}"/>
              </a:ext>
            </a:extLst>
          </p:cNvPr>
          <p:cNvSpPr>
            <a:spLocks xmlns:a="http://schemas.openxmlformats.org/drawingml/2006/main" noGrp="1"/>
          </p:cNvSpPr>
          <p:nvPr>
            <p:ph type="body" idx="52" hasCustomPrompt="1"/>
          </p:nvPr>
        </p:nvSpPr>
        <p:spPr>
          <a:xfrm xmlns:a="http://schemas.openxmlformats.org/drawingml/2006/main">
            <a:off x="8301995" y="6357251"/>
            <a:ext cx="3694112" cy="260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100">
                <a:solidFill>
                  <a:schemeClr val="tx1"/>
                </a:solidFill>
                <a:latin typeface="Gisha"/>
                <a:ea typeface="Gisha"/>
                <a:cs typeface="Gisha"/>
              </a:defRPr>
            </a:lvl1pPr>
            <a:lvl2pPr marL="457200" indent="0">
              <a:buNone/>
              <a:defRPr sz="1100">
                <a:solidFill>
                  <a:schemeClr val="bg1"/>
                </a:solidFill>
                <a:latin typeface="Gisha"/>
                <a:ea typeface="Gisha"/>
                <a:cs typeface="Gisha"/>
              </a:defRPr>
            </a:lvl2pPr>
            <a:lvl3pPr marL="914400" indent="0">
              <a:buNone/>
              <a:defRPr sz="1100">
                <a:solidFill>
                  <a:schemeClr val="bg1"/>
                </a:solidFill>
                <a:latin typeface="Gisha"/>
                <a:ea typeface="Gisha"/>
                <a:cs typeface="Gisha"/>
              </a:defRPr>
            </a:lvl3pPr>
            <a:lvl4pPr marL="1371600" indent="0">
              <a:buNone/>
              <a:defRPr sz="1100">
                <a:solidFill>
                  <a:schemeClr val="bg1"/>
                </a:solidFill>
                <a:latin typeface="Gisha"/>
                <a:ea typeface="Gisha"/>
                <a:cs typeface="Gisha"/>
              </a:defRPr>
            </a:lvl4pPr>
            <a:lvl5pPr marL="1828800" indent="0">
              <a:buNone/>
              <a:defRPr sz="1100">
                <a:solidFill>
                  <a:schemeClr val="bg1"/>
                </a:solidFill>
                <a:latin typeface="Gisha"/>
                <a:ea typeface="Gisha"/>
                <a:cs typeface="Gisha"/>
              </a:defRPr>
            </a:lvl5pPr>
          </a:lstStyle>
          <a:p xmlns:a="http://schemas.openxmlformats.org/drawingml/2006/main">
            <a:pPr>
              <a:buNone/>
            </a:pPr>
            <a:r>
              <a:t>Services Provided</a:t>
            </a:r>
          </a:p>
        </p:txBody>
      </p:sp>
      <p:sp>
        <p:nvSpPr>
          <p:cNvPr id="52" name="TextBox 51">
            <a:extLst xmlns:a="http://schemas.openxmlformats.org/drawingml/2006/main">
              <a:ext uri="{FF2B5EF4-FFF2-40B4-BE49-F238E27FC236}">
                <a16:creationId xmlns:a16="http://schemas.microsoft.com/office/drawing/2014/main" id="{CCFEF25B-7FA2-4081-A27E-D945C1B90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4067" y="6355991"/>
            <a:ext cx="3695498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>
            <a:sp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53" name="Text Placeholder 28">
            <a:extLst xmlns:a="http://schemas.openxmlformats.org/drawingml/2006/main">
              <a:ext uri="{FF2B5EF4-FFF2-40B4-BE49-F238E27FC236}">
                <a16:creationId xmlns:a16="http://schemas.microsoft.com/office/drawing/2014/main" id="{0219559A-B974-44CA-A38C-9155EAA32923}"/>
              </a:ext>
            </a:extLst>
          </p:cNvPr>
          <p:cNvSpPr>
            <a:spLocks xmlns:a="http://schemas.openxmlformats.org/drawingml/2006/main" noGrp="1"/>
          </p:cNvSpPr>
          <p:nvPr>
            <p:ph type="body" idx="53" hasCustomPrompt="1"/>
          </p:nvPr>
        </p:nvSpPr>
        <p:spPr>
          <a:xfrm xmlns:a="http://schemas.openxmlformats.org/drawingml/2006/main">
            <a:off x="4264067" y="6357251"/>
            <a:ext cx="3694112" cy="260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100">
                <a:solidFill>
                  <a:schemeClr val="tx1"/>
                </a:solidFill>
                <a:latin typeface="Gisha"/>
                <a:ea typeface="Gisha"/>
                <a:cs typeface="Gisha"/>
              </a:defRPr>
            </a:lvl1pPr>
            <a:lvl2pPr marL="457200" indent="0">
              <a:buNone/>
              <a:defRPr sz="1100">
                <a:solidFill>
                  <a:schemeClr val="bg1"/>
                </a:solidFill>
                <a:latin typeface="Gisha"/>
                <a:ea typeface="Gisha"/>
                <a:cs typeface="Gisha"/>
              </a:defRPr>
            </a:lvl2pPr>
            <a:lvl3pPr marL="914400" indent="0">
              <a:buNone/>
              <a:defRPr sz="1100">
                <a:solidFill>
                  <a:schemeClr val="bg1"/>
                </a:solidFill>
                <a:latin typeface="Gisha"/>
                <a:ea typeface="Gisha"/>
                <a:cs typeface="Gisha"/>
              </a:defRPr>
            </a:lvl3pPr>
            <a:lvl4pPr marL="1371600" indent="0">
              <a:buNone/>
              <a:defRPr sz="1100">
                <a:solidFill>
                  <a:schemeClr val="bg1"/>
                </a:solidFill>
                <a:latin typeface="Gisha"/>
                <a:ea typeface="Gisha"/>
                <a:cs typeface="Gisha"/>
              </a:defRPr>
            </a:lvl4pPr>
            <a:lvl5pPr marL="1828800" indent="0">
              <a:buNone/>
              <a:defRPr sz="1100">
                <a:solidFill>
                  <a:schemeClr val="bg1"/>
                </a:solidFill>
                <a:latin typeface="Gisha"/>
                <a:ea typeface="Gisha"/>
                <a:cs typeface="Gisha"/>
              </a:defRPr>
            </a:lvl5pPr>
          </a:lstStyle>
          <a:p xmlns:a="http://schemas.openxmlformats.org/drawingml/2006/main">
            <a:pPr>
              <a:buNone/>
            </a:pPr>
            <a:r>
              <a:t>Services Provided</a:t>
            </a:r>
          </a:p>
        </p:txBody>
      </p:sp>
      <p:sp>
        <p:nvSpPr>
          <p:cNvPr id="54" name="TextBox 53">
            <a:extLst xmlns:a="http://schemas.openxmlformats.org/drawingml/2006/main">
              <a:ext uri="{FF2B5EF4-FFF2-40B4-BE49-F238E27FC236}">
                <a16:creationId xmlns:a16="http://schemas.microsoft.com/office/drawing/2014/main" id="{770BE2A3-A4BD-46CE-81DB-3EFD67931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166" y="6355991"/>
            <a:ext cx="3695498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>
            <a:sp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55" name="Text Placeholder 28">
            <a:extLst xmlns:a="http://schemas.openxmlformats.org/drawingml/2006/main">
              <a:ext uri="{FF2B5EF4-FFF2-40B4-BE49-F238E27FC236}">
                <a16:creationId xmlns:a16="http://schemas.microsoft.com/office/drawing/2014/main" id="{46C90153-B696-4BC9-BC82-61850D796C06}"/>
              </a:ext>
            </a:extLst>
          </p:cNvPr>
          <p:cNvSpPr>
            <a:spLocks xmlns:a="http://schemas.openxmlformats.org/drawingml/2006/main" noGrp="1"/>
          </p:cNvSpPr>
          <p:nvPr>
            <p:ph type="body" idx="54" hasCustomPrompt="1"/>
          </p:nvPr>
        </p:nvSpPr>
        <p:spPr>
          <a:xfrm xmlns:a="http://schemas.openxmlformats.org/drawingml/2006/main">
            <a:off x="253166" y="6357251"/>
            <a:ext cx="3694112" cy="260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>
            <a:noAutofit/>
          </a:bodyPr>
          <a:lstStyle xmlns:a="http://schemas.openxmlformats.org/drawingml/2006/main">
            <a:lvl1pPr marL="0" indent="0">
              <a:buNone/>
              <a:defRPr sz="1100">
                <a:solidFill>
                  <a:schemeClr val="tx1"/>
                </a:solidFill>
                <a:latin typeface="Gisha"/>
                <a:ea typeface="Gisha"/>
                <a:cs typeface="Gisha"/>
              </a:defRPr>
            </a:lvl1pPr>
            <a:lvl2pPr marL="457200" indent="0">
              <a:buNone/>
              <a:defRPr sz="1100">
                <a:solidFill>
                  <a:schemeClr val="bg1"/>
                </a:solidFill>
                <a:latin typeface="Gisha"/>
                <a:ea typeface="Gisha"/>
                <a:cs typeface="Gisha"/>
              </a:defRPr>
            </a:lvl2pPr>
            <a:lvl3pPr marL="914400" indent="0">
              <a:buNone/>
              <a:defRPr sz="1100">
                <a:solidFill>
                  <a:schemeClr val="bg1"/>
                </a:solidFill>
                <a:latin typeface="Gisha"/>
                <a:ea typeface="Gisha"/>
                <a:cs typeface="Gisha"/>
              </a:defRPr>
            </a:lvl3pPr>
            <a:lvl4pPr marL="1371600" indent="0">
              <a:buNone/>
              <a:defRPr sz="1100">
                <a:solidFill>
                  <a:schemeClr val="bg1"/>
                </a:solidFill>
                <a:latin typeface="Gisha"/>
                <a:ea typeface="Gisha"/>
                <a:cs typeface="Gisha"/>
              </a:defRPr>
            </a:lvl4pPr>
            <a:lvl5pPr marL="1828800" indent="0">
              <a:buNone/>
              <a:defRPr sz="1100">
                <a:solidFill>
                  <a:schemeClr val="bg1"/>
                </a:solidFill>
                <a:latin typeface="Gisha"/>
                <a:ea typeface="Gisha"/>
                <a:cs typeface="Gisha"/>
              </a:defRPr>
            </a:lvl5pPr>
          </a:lstStyle>
          <a:p xmlns:a="http://schemas.openxmlformats.org/drawingml/2006/main">
            <a:pPr>
              <a:buNone/>
            </a:pPr>
            <a:r>
              <a:t>Services Provided</a:t>
            </a:r>
          </a:p>
        </p:txBody>
      </p:sp>
      <p:sp>
        <p:nvSpPr>
          <p:cNvPr id="3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E7F7D10-4DCF-473B-8FFB-E82A225418C5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0" y="157163"/>
            <a:ext cx="12191999" cy="528637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3600" b="1">
                <a:solidFill>
                  <a:srgbClr val="023F88"/>
                </a:solidFill>
                <a:latin typeface="Gisha"/>
                <a:ea typeface="Gisha"/>
                <a:cs typeface="Gisha"/>
              </a:defRPr>
            </a:lvl1pPr>
            <a:lvl2pPr>
              <a:buNone/>
              <a:defRPr sz="4000" b="1">
                <a:solidFill>
                  <a:srgbClr val="023F88"/>
                </a:solidFill>
                <a:latin typeface="Gisha"/>
                <a:ea typeface="Gisha"/>
                <a:cs typeface="Gisha"/>
              </a:defRPr>
            </a:lvl2pPr>
            <a:lvl3pPr>
              <a:buNone/>
              <a:defRPr sz="4000" b="1">
                <a:solidFill>
                  <a:srgbClr val="023F88"/>
                </a:solidFill>
                <a:latin typeface="Gisha"/>
                <a:ea typeface="Gisha"/>
                <a:cs typeface="Gisha"/>
              </a:defRPr>
            </a:lvl3pPr>
            <a:lvl4pPr>
              <a:buNone/>
              <a:defRPr sz="4000" b="1">
                <a:solidFill>
                  <a:srgbClr val="023F88"/>
                </a:solidFill>
                <a:latin typeface="Gisha"/>
                <a:ea typeface="Gisha"/>
                <a:cs typeface="Gisha"/>
              </a:defRPr>
            </a:lvl4pPr>
            <a:lvl5pPr>
              <a:buNone/>
              <a:defRPr sz="4000" b="1">
                <a:solidFill>
                  <a:srgbClr val="023F88"/>
                </a:solidFill>
                <a:latin typeface="Gisha"/>
                <a:ea typeface="Gisha"/>
                <a:cs typeface="Gisha"/>
              </a:defRPr>
            </a:lvl5pPr>
          </a:lstStyle>
          <a:p xmlns:a="http://schemas.openxmlformats.org/drawingml/2006/main">
            <a:pPr>
              <a:buNone/>
            </a:pPr>
            <a:r>
              <a:t>TITLE</a:t>
            </a:r>
          </a:p>
        </p:txBody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AFA9613A-C6B0-4B4E-84D7-D554D5195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7836" y="775119"/>
            <a:ext cx="1216325" cy="6901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0EBEB90B-65C3-40F0-93A9-CC304BEDAB56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-2" y="875464"/>
            <a:ext cx="12192000" cy="295275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1400" b="1" spc="300">
                <a:solidFill>
                  <a:schemeClr val="tx1"/>
                </a:solidFill>
                <a:latin typeface="Gisha"/>
                <a:ea typeface="Gisha"/>
                <a:cs typeface="Gisha"/>
              </a:defRPr>
            </a:lvl1pPr>
            <a:lvl2pPr>
              <a:buNone/>
              <a:defRPr sz="1200">
                <a:latin typeface="Gisha"/>
                <a:ea typeface="Gisha"/>
                <a:cs typeface="Gisha"/>
              </a:defRPr>
            </a:lvl2pPr>
            <a:lvl3pPr>
              <a:buNone/>
              <a:defRPr sz="1200">
                <a:latin typeface="Gisha"/>
                <a:ea typeface="Gisha"/>
                <a:cs typeface="Gisha"/>
              </a:defRPr>
            </a:lvl3pPr>
            <a:lvl4pPr>
              <a:buNone/>
              <a:defRPr sz="1200">
                <a:latin typeface="Gisha"/>
                <a:ea typeface="Gisha"/>
                <a:cs typeface="Gisha"/>
              </a:defRPr>
            </a:lvl4pPr>
            <a:lvl5pPr>
              <a:buNone/>
              <a:defRPr sz="1200">
                <a:latin typeface="Gisha"/>
                <a:ea typeface="Gisha"/>
                <a:cs typeface="Gisha"/>
              </a:defRPr>
            </a:lvl5pPr>
          </a:lstStyle>
          <a:p xmlns:a="http://schemas.openxmlformats.org/drawingml/2006/main">
            <a:pPr>
              <a:buNone/>
            </a:pPr>
            <a:r>
              <a:t>SUBTITLE</a:t>
            </a:r>
          </a:p>
        </p:txBody>
      </p:sp>
      <p:sp>
        <p:nvSpPr>
          <p:cNvPr id="29" name="Text Placeholder 28">
            <a:extLst xmlns:a="http://schemas.openxmlformats.org/drawingml/2006/main">
              <a:ext uri="{FF2B5EF4-FFF2-40B4-BE49-F238E27FC236}">
                <a16:creationId xmlns:a16="http://schemas.microsoft.com/office/drawing/2014/main" id="{41AC2544-E4CC-406B-8EB6-889B81A32116}"/>
              </a:ext>
            </a:extLst>
          </p:cNvPr>
          <p:cNvSpPr>
            <a:spLocks xmlns:a="http://schemas.openxmlformats.org/drawingml/2006/main" noGrp="1"/>
          </p:cNvSpPr>
          <p:nvPr>
            <p:ph type="body" idx="43" hasCustomPrompt="1"/>
          </p:nvPr>
        </p:nvSpPr>
        <p:spPr>
          <a:xfrm xmlns:a="http://schemas.openxmlformats.org/drawingml/2006/main">
            <a:off x="258017" y="3253418"/>
            <a:ext cx="3694112" cy="26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100">
                <a:solidFill>
                  <a:schemeClr val="bg1"/>
                </a:solidFill>
                <a:latin typeface="Gisha"/>
                <a:ea typeface="Gisha"/>
                <a:cs typeface="Gisha"/>
              </a:defRPr>
            </a:lvl1pPr>
            <a:lvl2pPr marL="457200" indent="0">
              <a:buNone/>
              <a:defRPr sz="1100">
                <a:solidFill>
                  <a:schemeClr val="bg1"/>
                </a:solidFill>
                <a:latin typeface="Gisha"/>
                <a:ea typeface="Gisha"/>
                <a:cs typeface="Gisha"/>
              </a:defRPr>
            </a:lvl2pPr>
            <a:lvl3pPr marL="914400" indent="0">
              <a:buNone/>
              <a:defRPr sz="1100">
                <a:solidFill>
                  <a:schemeClr val="bg1"/>
                </a:solidFill>
                <a:latin typeface="Gisha"/>
                <a:ea typeface="Gisha"/>
                <a:cs typeface="Gisha"/>
              </a:defRPr>
            </a:lvl3pPr>
            <a:lvl4pPr marL="1371600" indent="0">
              <a:buNone/>
              <a:defRPr sz="1100">
                <a:solidFill>
                  <a:schemeClr val="bg1"/>
                </a:solidFill>
                <a:latin typeface="Gisha"/>
                <a:ea typeface="Gisha"/>
                <a:cs typeface="Gisha"/>
              </a:defRPr>
            </a:lvl4pPr>
            <a:lvl5pPr marL="1828800" indent="0">
              <a:buNone/>
              <a:defRPr sz="1100">
                <a:solidFill>
                  <a:schemeClr val="bg1"/>
                </a:solidFill>
                <a:latin typeface="Gisha"/>
                <a:ea typeface="Gisha"/>
                <a:cs typeface="Gisha"/>
              </a:defRPr>
            </a:lvl5pPr>
          </a:lstStyle>
          <a:p xmlns:a="http://schemas.openxmlformats.org/drawingml/2006/main">
            <a:pPr>
              <a:buNone/>
            </a:pPr>
            <a:r>
              <a:t>Name of Project</a:t>
            </a:r>
          </a:p>
        </p:txBody>
      </p:sp>
      <p:sp>
        <p:nvSpPr>
          <p:cNvPr id="33" name="Text Placeholder 28">
            <a:extLst xmlns:a="http://schemas.openxmlformats.org/drawingml/2006/main">
              <a:ext uri="{FF2B5EF4-FFF2-40B4-BE49-F238E27FC236}">
                <a16:creationId xmlns:a16="http://schemas.microsoft.com/office/drawing/2014/main" id="{79A391C7-8A96-431F-B0F3-4F71A95626D2}"/>
              </a:ext>
            </a:extLst>
          </p:cNvPr>
          <p:cNvSpPr>
            <a:spLocks xmlns:a="http://schemas.openxmlformats.org/drawingml/2006/main" noGrp="1"/>
          </p:cNvSpPr>
          <p:nvPr>
            <p:ph type="body" idx="44" hasCustomPrompt="1"/>
          </p:nvPr>
        </p:nvSpPr>
        <p:spPr>
          <a:xfrm xmlns:a="http://schemas.openxmlformats.org/drawingml/2006/main">
            <a:off x="4273076" y="3257227"/>
            <a:ext cx="3700349" cy="26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00"/>
          </a:soli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100">
                <a:solidFill>
                  <a:schemeClr val="bg1"/>
                </a:solidFill>
                <a:latin typeface="Gisha"/>
                <a:ea typeface="Gisha"/>
                <a:cs typeface="Gisha"/>
              </a:defRPr>
            </a:lvl1pPr>
            <a:lvl2pPr marL="457200" indent="0">
              <a:buNone/>
              <a:defRPr sz="1100">
                <a:solidFill>
                  <a:schemeClr val="bg1"/>
                </a:solidFill>
                <a:latin typeface="Gisha"/>
                <a:ea typeface="Gisha"/>
                <a:cs typeface="Gisha"/>
              </a:defRPr>
            </a:lvl2pPr>
            <a:lvl3pPr marL="914400" indent="0">
              <a:buNone/>
              <a:defRPr sz="1100">
                <a:solidFill>
                  <a:schemeClr val="bg1"/>
                </a:solidFill>
                <a:latin typeface="Gisha"/>
                <a:ea typeface="Gisha"/>
                <a:cs typeface="Gisha"/>
              </a:defRPr>
            </a:lvl3pPr>
            <a:lvl4pPr marL="1371600" indent="0">
              <a:buNone/>
              <a:defRPr sz="1100">
                <a:solidFill>
                  <a:schemeClr val="bg1"/>
                </a:solidFill>
                <a:latin typeface="Gisha"/>
                <a:ea typeface="Gisha"/>
                <a:cs typeface="Gisha"/>
              </a:defRPr>
            </a:lvl4pPr>
            <a:lvl5pPr marL="1828800" indent="0">
              <a:buNone/>
              <a:defRPr sz="1100">
                <a:solidFill>
                  <a:schemeClr val="bg1"/>
                </a:solidFill>
                <a:latin typeface="Gisha"/>
                <a:ea typeface="Gisha"/>
                <a:cs typeface="Gisha"/>
              </a:defRPr>
            </a:lvl5pPr>
          </a:lstStyle>
          <a:p xmlns:a="http://schemas.openxmlformats.org/drawingml/2006/main">
            <a:pPr>
              <a:buNone/>
            </a:pPr>
            <a:r>
              <a:t>Name of Project</a:t>
            </a:r>
          </a:p>
        </p:txBody>
      </p:sp>
      <p:sp>
        <p:nvSpPr>
          <p:cNvPr id="35" name="Text Placeholder 28">
            <a:extLst xmlns:a="http://schemas.openxmlformats.org/drawingml/2006/main">
              <a:ext uri="{FF2B5EF4-FFF2-40B4-BE49-F238E27FC236}">
                <a16:creationId xmlns:a16="http://schemas.microsoft.com/office/drawing/2014/main" id="{7A060DDB-A671-4A0F-B5CF-CE50A267483C}"/>
              </a:ext>
            </a:extLst>
          </p:cNvPr>
          <p:cNvSpPr>
            <a:spLocks xmlns:a="http://schemas.openxmlformats.org/drawingml/2006/main" noGrp="1"/>
          </p:cNvSpPr>
          <p:nvPr>
            <p:ph type="body" idx="45" hasCustomPrompt="1"/>
          </p:nvPr>
        </p:nvSpPr>
        <p:spPr>
          <a:xfrm xmlns:a="http://schemas.openxmlformats.org/drawingml/2006/main">
            <a:off x="8301995" y="3276360"/>
            <a:ext cx="3694112" cy="26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</p:spPr>
        <p:txBody>
          <a:bodyPr xmlns:a="http://schemas.openxmlformats.org/drawingml/2006/main" lIns="90000">
            <a:noAutofit/>
          </a:bodyPr>
          <a:lstStyle xmlns:a="http://schemas.openxmlformats.org/drawingml/2006/main">
            <a:lvl1pPr marL="0" indent="0">
              <a:buNone/>
              <a:defRPr sz="1100">
                <a:solidFill>
                  <a:schemeClr val="bg1"/>
                </a:solidFill>
                <a:latin typeface="Gisha"/>
                <a:ea typeface="Gisha"/>
                <a:cs typeface="Gisha"/>
              </a:defRPr>
            </a:lvl1pPr>
            <a:lvl2pPr marL="457200" indent="0">
              <a:buNone/>
              <a:defRPr sz="1100">
                <a:solidFill>
                  <a:schemeClr val="bg1"/>
                </a:solidFill>
                <a:latin typeface="Gisha"/>
                <a:ea typeface="Gisha"/>
                <a:cs typeface="Gisha"/>
              </a:defRPr>
            </a:lvl2pPr>
            <a:lvl3pPr marL="914400" indent="0">
              <a:buNone/>
              <a:defRPr sz="1100">
                <a:solidFill>
                  <a:schemeClr val="bg1"/>
                </a:solidFill>
                <a:latin typeface="Gisha"/>
                <a:ea typeface="Gisha"/>
                <a:cs typeface="Gisha"/>
              </a:defRPr>
            </a:lvl3pPr>
            <a:lvl4pPr marL="1371600" indent="0">
              <a:buNone/>
              <a:defRPr sz="1100">
                <a:solidFill>
                  <a:schemeClr val="bg1"/>
                </a:solidFill>
                <a:latin typeface="Gisha"/>
                <a:ea typeface="Gisha"/>
                <a:cs typeface="Gisha"/>
              </a:defRPr>
            </a:lvl4pPr>
            <a:lvl5pPr marL="1828800" indent="0">
              <a:buNone/>
              <a:defRPr sz="1100">
                <a:solidFill>
                  <a:schemeClr val="bg1"/>
                </a:solidFill>
                <a:latin typeface="Gisha"/>
                <a:ea typeface="Gisha"/>
                <a:cs typeface="Gisha"/>
              </a:defRPr>
            </a:lvl5pPr>
          </a:lstStyle>
          <a:p xmlns:a="http://schemas.openxmlformats.org/drawingml/2006/main">
            <a:pPr>
              <a:buNone/>
            </a:pPr>
            <a:r>
              <a:t>Name of Project</a:t>
            </a:r>
          </a:p>
        </p:txBody>
      </p:sp>
      <p:sp>
        <p:nvSpPr>
          <p:cNvPr id="37" name="Text Placeholder 28">
            <a:extLst xmlns:a="http://schemas.openxmlformats.org/drawingml/2006/main">
              <a:ext uri="{FF2B5EF4-FFF2-40B4-BE49-F238E27FC236}">
                <a16:creationId xmlns:a16="http://schemas.microsoft.com/office/drawing/2014/main" id="{90B96E0F-9519-46F0-97BF-C3B673294A0B}"/>
              </a:ext>
            </a:extLst>
          </p:cNvPr>
          <p:cNvSpPr>
            <a:spLocks xmlns:a="http://schemas.openxmlformats.org/drawingml/2006/main" noGrp="1"/>
          </p:cNvSpPr>
          <p:nvPr>
            <p:ph type="body" idx="46" hasCustomPrompt="1"/>
          </p:nvPr>
        </p:nvSpPr>
        <p:spPr>
          <a:xfrm xmlns:a="http://schemas.openxmlformats.org/drawingml/2006/main">
            <a:off x="8293679" y="6090248"/>
            <a:ext cx="3694112" cy="2603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50000"/>
            </a:schemeClr>
          </a:soli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100">
                <a:solidFill>
                  <a:schemeClr val="bg1"/>
                </a:solidFill>
                <a:latin typeface="Gisha"/>
                <a:ea typeface="Gisha"/>
                <a:cs typeface="Gisha"/>
              </a:defRPr>
            </a:lvl1pPr>
            <a:lvl2pPr marL="457200" indent="0">
              <a:buNone/>
              <a:defRPr sz="1100">
                <a:solidFill>
                  <a:schemeClr val="bg1"/>
                </a:solidFill>
                <a:latin typeface="Gisha"/>
                <a:ea typeface="Gisha"/>
                <a:cs typeface="Gisha"/>
              </a:defRPr>
            </a:lvl2pPr>
            <a:lvl3pPr marL="914400" indent="0">
              <a:buNone/>
              <a:defRPr sz="1100">
                <a:solidFill>
                  <a:schemeClr val="bg1"/>
                </a:solidFill>
                <a:latin typeface="Gisha"/>
                <a:ea typeface="Gisha"/>
                <a:cs typeface="Gisha"/>
              </a:defRPr>
            </a:lvl3pPr>
            <a:lvl4pPr marL="1371600" indent="0">
              <a:buNone/>
              <a:defRPr sz="1100">
                <a:solidFill>
                  <a:schemeClr val="bg1"/>
                </a:solidFill>
                <a:latin typeface="Gisha"/>
                <a:ea typeface="Gisha"/>
                <a:cs typeface="Gisha"/>
              </a:defRPr>
            </a:lvl4pPr>
            <a:lvl5pPr marL="1828800" indent="0">
              <a:buNone/>
              <a:defRPr sz="1100">
                <a:solidFill>
                  <a:schemeClr val="bg1"/>
                </a:solidFill>
                <a:latin typeface="Gisha"/>
                <a:ea typeface="Gisha"/>
                <a:cs typeface="Gisha"/>
              </a:defRPr>
            </a:lvl5pPr>
          </a:lstStyle>
          <a:p xmlns:a="http://schemas.openxmlformats.org/drawingml/2006/main">
            <a:pPr>
              <a:buNone/>
            </a:pPr>
            <a:r>
              <a:t>Name of Project</a:t>
            </a:r>
          </a:p>
        </p:txBody>
      </p:sp>
      <p:sp>
        <p:nvSpPr>
          <p:cNvPr id="39" name="Text Placeholder 28">
            <a:extLst xmlns:a="http://schemas.openxmlformats.org/drawingml/2006/main">
              <a:ext uri="{FF2B5EF4-FFF2-40B4-BE49-F238E27FC236}">
                <a16:creationId xmlns:a16="http://schemas.microsoft.com/office/drawing/2014/main" id="{F9ED6B20-16D9-407B-88AF-7285BCC98A9A}"/>
              </a:ext>
            </a:extLst>
          </p:cNvPr>
          <p:cNvSpPr>
            <a:spLocks xmlns:a="http://schemas.openxmlformats.org/drawingml/2006/main" noGrp="1"/>
          </p:cNvSpPr>
          <p:nvPr>
            <p:ph type="body" idx="47" hasCustomPrompt="1"/>
          </p:nvPr>
        </p:nvSpPr>
        <p:spPr>
          <a:xfrm xmlns:a="http://schemas.openxmlformats.org/drawingml/2006/main">
            <a:off x="4273769" y="6090247"/>
            <a:ext cx="3694112" cy="2670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100">
                <a:solidFill>
                  <a:schemeClr val="bg1"/>
                </a:solidFill>
                <a:latin typeface="Gisha"/>
                <a:ea typeface="Gisha"/>
                <a:cs typeface="Gisha"/>
              </a:defRPr>
            </a:lvl1pPr>
            <a:lvl2pPr marL="457200" indent="0">
              <a:buNone/>
              <a:defRPr sz="1100">
                <a:solidFill>
                  <a:schemeClr val="bg1"/>
                </a:solidFill>
                <a:latin typeface="Gisha"/>
                <a:ea typeface="Gisha"/>
                <a:cs typeface="Gisha"/>
              </a:defRPr>
            </a:lvl2pPr>
            <a:lvl3pPr marL="914400" indent="0">
              <a:buNone/>
              <a:defRPr sz="1100">
                <a:solidFill>
                  <a:schemeClr val="bg1"/>
                </a:solidFill>
                <a:latin typeface="Gisha"/>
                <a:ea typeface="Gisha"/>
                <a:cs typeface="Gisha"/>
              </a:defRPr>
            </a:lvl3pPr>
            <a:lvl4pPr marL="1371600" indent="0">
              <a:buNone/>
              <a:defRPr sz="1100">
                <a:solidFill>
                  <a:schemeClr val="bg1"/>
                </a:solidFill>
                <a:latin typeface="Gisha"/>
                <a:ea typeface="Gisha"/>
                <a:cs typeface="Gisha"/>
              </a:defRPr>
            </a:lvl4pPr>
            <a:lvl5pPr marL="1828800" indent="0">
              <a:buNone/>
              <a:defRPr sz="1100">
                <a:solidFill>
                  <a:schemeClr val="bg1"/>
                </a:solidFill>
                <a:latin typeface="Gisha"/>
                <a:ea typeface="Gisha"/>
                <a:cs typeface="Gisha"/>
              </a:defRPr>
            </a:lvl5pPr>
          </a:lstStyle>
          <a:p xmlns:a="http://schemas.openxmlformats.org/drawingml/2006/main">
            <a:pPr>
              <a:buNone/>
            </a:pPr>
            <a:r>
              <a:t>Name of Project</a:t>
            </a:r>
          </a:p>
        </p:txBody>
      </p:sp>
      <p:sp>
        <p:nvSpPr>
          <p:cNvPr id="41" name="Text Placeholder 28">
            <a:extLst xmlns:a="http://schemas.openxmlformats.org/drawingml/2006/main">
              <a:ext uri="{FF2B5EF4-FFF2-40B4-BE49-F238E27FC236}">
                <a16:creationId xmlns:a16="http://schemas.microsoft.com/office/drawing/2014/main" id="{91A4E403-7FFC-487E-AF53-C57E5009A177}"/>
              </a:ext>
            </a:extLst>
          </p:cNvPr>
          <p:cNvSpPr>
            <a:spLocks xmlns:a="http://schemas.openxmlformats.org/drawingml/2006/main" noGrp="1"/>
          </p:cNvSpPr>
          <p:nvPr>
            <p:ph type="body" idx="48" hasCustomPrompt="1"/>
          </p:nvPr>
        </p:nvSpPr>
        <p:spPr>
          <a:xfrm xmlns:a="http://schemas.openxmlformats.org/drawingml/2006/main">
            <a:off x="253166" y="6090248"/>
            <a:ext cx="3704507" cy="26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D050"/>
          </a:soli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100">
                <a:solidFill>
                  <a:schemeClr val="bg1"/>
                </a:solidFill>
                <a:latin typeface="Gisha"/>
                <a:ea typeface="Gisha"/>
                <a:cs typeface="Gisha"/>
              </a:defRPr>
            </a:lvl1pPr>
            <a:lvl2pPr marL="457200" indent="0">
              <a:buNone/>
              <a:defRPr sz="1100">
                <a:solidFill>
                  <a:schemeClr val="bg1"/>
                </a:solidFill>
                <a:latin typeface="Gisha"/>
                <a:ea typeface="Gisha"/>
                <a:cs typeface="Gisha"/>
              </a:defRPr>
            </a:lvl2pPr>
            <a:lvl3pPr marL="914400" indent="0">
              <a:buNone/>
              <a:defRPr sz="1100">
                <a:solidFill>
                  <a:schemeClr val="bg1"/>
                </a:solidFill>
                <a:latin typeface="Gisha"/>
                <a:ea typeface="Gisha"/>
                <a:cs typeface="Gisha"/>
              </a:defRPr>
            </a:lvl3pPr>
            <a:lvl4pPr marL="1371600" indent="0">
              <a:buNone/>
              <a:defRPr sz="1100">
                <a:solidFill>
                  <a:schemeClr val="bg1"/>
                </a:solidFill>
                <a:latin typeface="Gisha"/>
                <a:ea typeface="Gisha"/>
                <a:cs typeface="Gisha"/>
              </a:defRPr>
            </a:lvl4pPr>
            <a:lvl5pPr marL="1828800" indent="0">
              <a:buNone/>
              <a:defRPr sz="1100">
                <a:solidFill>
                  <a:schemeClr val="bg1"/>
                </a:solidFill>
                <a:latin typeface="Gisha"/>
                <a:ea typeface="Gisha"/>
                <a:cs typeface="Gisha"/>
              </a:defRPr>
            </a:lvl5pPr>
          </a:lstStyle>
          <a:p xmlns:a="http://schemas.openxmlformats.org/drawingml/2006/main">
            <a:pPr>
              <a:buNone/>
            </a:pPr>
            <a:r>
              <a:t>Name of Project</a:t>
            </a:r>
          </a:p>
        </p:txBody>
      </p:sp>
      <p:sp>
        <p:nvSpPr>
          <p:cNvPr id="45" name="TextBox 44">
            <a:extLst xmlns:a="http://schemas.openxmlformats.org/drawingml/2006/main">
              <a:ext uri="{FF2B5EF4-FFF2-40B4-BE49-F238E27FC236}">
                <a16:creationId xmlns:a16="http://schemas.microsoft.com/office/drawing/2014/main" id="{66FCB4B1-06ED-4487-884B-429C00F70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561" y="3513138"/>
            <a:ext cx="3695498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>
            <a:sp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56" name="Text Placeholder 28">
            <a:extLst xmlns:a="http://schemas.openxmlformats.org/drawingml/2006/main">
              <a:ext uri="{FF2B5EF4-FFF2-40B4-BE49-F238E27FC236}">
                <a16:creationId xmlns:a16="http://schemas.microsoft.com/office/drawing/2014/main" id="{C78A042E-695D-4047-BF7C-BD972BD24441}"/>
              </a:ext>
            </a:extLst>
          </p:cNvPr>
          <p:cNvSpPr>
            <a:spLocks xmlns:a="http://schemas.openxmlformats.org/drawingml/2006/main" noGrp="1"/>
          </p:cNvSpPr>
          <p:nvPr>
            <p:ph type="body" idx="55" hasCustomPrompt="1"/>
          </p:nvPr>
        </p:nvSpPr>
        <p:spPr>
          <a:xfrm xmlns:a="http://schemas.openxmlformats.org/drawingml/2006/main">
            <a:off x="263561" y="3514398"/>
            <a:ext cx="3694112" cy="260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100">
                <a:solidFill>
                  <a:schemeClr val="tx1"/>
                </a:solidFill>
                <a:latin typeface="Gisha"/>
                <a:ea typeface="Gisha"/>
                <a:cs typeface="Gisha"/>
              </a:defRPr>
            </a:lvl1pPr>
            <a:lvl2pPr marL="457200" indent="0">
              <a:buNone/>
              <a:defRPr sz="1100">
                <a:solidFill>
                  <a:schemeClr val="bg1"/>
                </a:solidFill>
                <a:latin typeface="Gisha"/>
                <a:ea typeface="Gisha"/>
                <a:cs typeface="Gisha"/>
              </a:defRPr>
            </a:lvl2pPr>
            <a:lvl3pPr marL="914400" indent="0">
              <a:buNone/>
              <a:defRPr sz="1100">
                <a:solidFill>
                  <a:schemeClr val="bg1"/>
                </a:solidFill>
                <a:latin typeface="Gisha"/>
                <a:ea typeface="Gisha"/>
                <a:cs typeface="Gisha"/>
              </a:defRPr>
            </a:lvl3pPr>
            <a:lvl4pPr marL="1371600" indent="0">
              <a:buNone/>
              <a:defRPr sz="1100">
                <a:solidFill>
                  <a:schemeClr val="bg1"/>
                </a:solidFill>
                <a:latin typeface="Gisha"/>
                <a:ea typeface="Gisha"/>
                <a:cs typeface="Gisha"/>
              </a:defRPr>
            </a:lvl4pPr>
            <a:lvl5pPr marL="1828800" indent="0">
              <a:buNone/>
              <a:defRPr sz="1100">
                <a:solidFill>
                  <a:schemeClr val="bg1"/>
                </a:solidFill>
                <a:latin typeface="Gisha"/>
                <a:ea typeface="Gisha"/>
                <a:cs typeface="Gisha"/>
              </a:defRPr>
            </a:lvl5pPr>
          </a:lstStyle>
          <a:p xmlns:a="http://schemas.openxmlformats.org/drawingml/2006/main">
            <a:pPr>
              <a:buNone/>
            </a:pPr>
            <a:r>
              <a:t>Services Provided</a:t>
            </a:r>
          </a:p>
        </p:txBody>
      </p:sp>
    </p:spTree>
  </p:cSld>
</p:sldLayout>
</file>

<file path=ppt/slideLayouts/slideLayout20.xml><?xml version="1.0" encoding="utf-8"?>
<p:sldLayout xmlns:p="http://schemas.openxmlformats.org/presentationml/2006/main" userDrawn="1">
  <p:cSld name="3_Project (12x12)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Picture Placeholder 13">
            <a:extLst xmlns:a="http://schemas.openxmlformats.org/drawingml/2006/main">
              <a:ext uri="{FF2B5EF4-FFF2-40B4-BE49-F238E27FC236}">
                <a16:creationId xmlns:a16="http://schemas.microsoft.com/office/drawing/2014/main" id="{DB659333-C30C-415C-92C7-FAB57E8B76E0}"/>
              </a:ext>
            </a:extLst>
          </p:cNvPr>
          <p:cNvSpPr>
            <a:spLocks xmlns:a="http://schemas.openxmlformats.org/drawingml/2006/main" noGrp="1"/>
          </p:cNvSpPr>
          <p:nvPr>
            <p:ph type="pic" idx="37"/>
          </p:nvPr>
        </p:nvSpPr>
        <p:spPr>
          <a:xfrm xmlns:a="http://schemas.openxmlformats.org/drawingml/2006/main">
            <a:off x="600978" y="1173436"/>
            <a:ext cx="1473799" cy="210101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200">
                <a:ln>
                  <a:noFill/>
                </a:ln>
                <a:solidFill>
                  <a:schemeClr val="bg1">
                    <a:lumMod val="8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13A5ADF1-F0C3-44BC-A920-B5BBA1A8E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175" y="5722665"/>
            <a:ext cx="3695498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>
            <a:sp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42D88423-6CB6-4C6A-A789-642AC1135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859" y="3513138"/>
            <a:ext cx="1560500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>
            <a:sp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4" name="TextBox 43">
            <a:extLst xmlns:a="http://schemas.openxmlformats.org/drawingml/2006/main">
              <a:ext uri="{FF2B5EF4-FFF2-40B4-BE49-F238E27FC236}">
                <a16:creationId xmlns:a16="http://schemas.microsoft.com/office/drawing/2014/main" id="{02AE901C-E263-482F-A283-F62602609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8225" y="3513138"/>
            <a:ext cx="3695498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>
            <a:sp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6" name="TextBox 45">
            <a:extLst xmlns:a="http://schemas.openxmlformats.org/drawingml/2006/main">
              <a:ext uri="{FF2B5EF4-FFF2-40B4-BE49-F238E27FC236}">
                <a16:creationId xmlns:a16="http://schemas.microsoft.com/office/drawing/2014/main" id="{836B650C-FE47-4867-9CD7-32E71CF56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5453" y="3513138"/>
            <a:ext cx="3695498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>
            <a:sp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8" name="TextBox 47">
            <a:extLst xmlns:a="http://schemas.openxmlformats.org/drawingml/2006/main">
              <a:ext uri="{FF2B5EF4-FFF2-40B4-BE49-F238E27FC236}">
                <a16:creationId xmlns:a16="http://schemas.microsoft.com/office/drawing/2014/main" id="{54C47270-A911-45B3-B5B8-BA3601CB9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1995" y="3513138"/>
            <a:ext cx="3695498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>
            <a:sp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50" name="TextBox 49">
            <a:extLst xmlns:a="http://schemas.openxmlformats.org/drawingml/2006/main">
              <a:ext uri="{FF2B5EF4-FFF2-40B4-BE49-F238E27FC236}">
                <a16:creationId xmlns:a16="http://schemas.microsoft.com/office/drawing/2014/main" id="{2E0ABE46-4583-4A6D-84EE-3A1D29C4F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1995" y="6355991"/>
            <a:ext cx="3695498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>
            <a:sp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2C394831-2230-47DA-B8C6-4B21D8DEDC66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0" y="157163"/>
            <a:ext cx="12191999" cy="528637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3600" b="1">
                <a:solidFill>
                  <a:srgbClr val="023F88"/>
                </a:solidFill>
                <a:latin typeface="Gisha"/>
                <a:ea typeface="Gisha"/>
                <a:cs typeface="Gisha"/>
              </a:defRPr>
            </a:lvl1pPr>
            <a:lvl2pPr>
              <a:buNone/>
              <a:defRPr sz="4000" b="1">
                <a:solidFill>
                  <a:srgbClr val="023F88"/>
                </a:solidFill>
                <a:latin typeface="Gisha"/>
                <a:ea typeface="Gisha"/>
                <a:cs typeface="Gisha"/>
              </a:defRPr>
            </a:lvl2pPr>
            <a:lvl3pPr>
              <a:buNone/>
              <a:defRPr sz="4000" b="1">
                <a:solidFill>
                  <a:srgbClr val="023F88"/>
                </a:solidFill>
                <a:latin typeface="Gisha"/>
                <a:ea typeface="Gisha"/>
                <a:cs typeface="Gisha"/>
              </a:defRPr>
            </a:lvl3pPr>
            <a:lvl4pPr>
              <a:buNone/>
              <a:defRPr sz="4000" b="1">
                <a:solidFill>
                  <a:srgbClr val="023F88"/>
                </a:solidFill>
                <a:latin typeface="Gisha"/>
                <a:ea typeface="Gisha"/>
                <a:cs typeface="Gisha"/>
              </a:defRPr>
            </a:lvl4pPr>
            <a:lvl5pPr>
              <a:buNone/>
              <a:defRPr sz="4000" b="1">
                <a:solidFill>
                  <a:srgbClr val="023F88"/>
                </a:solidFill>
                <a:latin typeface="Gisha"/>
                <a:ea typeface="Gisha"/>
                <a:cs typeface="Gisha"/>
              </a:defRPr>
            </a:lvl5pPr>
          </a:lstStyle>
          <a:p xmlns:a="http://schemas.openxmlformats.org/drawingml/2006/main">
            <a:pPr>
              <a:buNone/>
            </a:pPr>
            <a:r>
              <a:t>TITLE</a:t>
            </a:r>
          </a:p>
        </p:txBody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609ADCFB-8F5D-437E-8BC5-B8529CA1E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7836" y="775119"/>
            <a:ext cx="1216325" cy="6901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AF9FFA3B-561B-4C9C-A474-45AEB878C065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-2" y="875464"/>
            <a:ext cx="12192000" cy="295275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1050" b="1" spc="300">
                <a:solidFill>
                  <a:schemeClr val="accent3">
                    <a:lumMod val="50000"/>
                  </a:schemeClr>
                </a:solidFill>
                <a:latin typeface="Gisha"/>
                <a:ea typeface="Gisha"/>
                <a:cs typeface="Gisha"/>
              </a:defRPr>
            </a:lvl1pPr>
            <a:lvl2pPr>
              <a:buNone/>
              <a:defRPr sz="1200">
                <a:latin typeface="Gisha"/>
                <a:ea typeface="Gisha"/>
                <a:cs typeface="Gisha"/>
              </a:defRPr>
            </a:lvl2pPr>
            <a:lvl3pPr>
              <a:buNone/>
              <a:defRPr sz="1200">
                <a:latin typeface="Gisha"/>
                <a:ea typeface="Gisha"/>
                <a:cs typeface="Gisha"/>
              </a:defRPr>
            </a:lvl3pPr>
            <a:lvl4pPr>
              <a:buNone/>
              <a:defRPr sz="1200">
                <a:latin typeface="Gisha"/>
                <a:ea typeface="Gisha"/>
                <a:cs typeface="Gisha"/>
              </a:defRPr>
            </a:lvl4pPr>
            <a:lvl5pPr>
              <a:buNone/>
              <a:defRPr sz="1200">
                <a:latin typeface="Gisha"/>
                <a:ea typeface="Gisha"/>
                <a:cs typeface="Gisha"/>
              </a:defRPr>
            </a:lvl5pPr>
          </a:lstStyle>
          <a:p xmlns:a="http://schemas.openxmlformats.org/drawingml/2006/main">
            <a:pPr>
              <a:buNone/>
            </a:pPr>
            <a:r>
              <a:t>SUBTITLE</a:t>
            </a:r>
          </a:p>
        </p:txBody>
      </p:sp>
      <p:sp>
        <p:nvSpPr>
          <p:cNvPr id="29" name="Text Placeholder 28">
            <a:extLst xmlns:a="http://schemas.openxmlformats.org/drawingml/2006/main">
              <a:ext uri="{FF2B5EF4-FFF2-40B4-BE49-F238E27FC236}">
                <a16:creationId xmlns:a16="http://schemas.microsoft.com/office/drawing/2014/main" id="{5BEF0823-9D18-4C16-B62C-A9E4F7E50DEF}"/>
              </a:ext>
            </a:extLst>
          </p:cNvPr>
          <p:cNvSpPr>
            <a:spLocks xmlns:a="http://schemas.openxmlformats.org/drawingml/2006/main" noGrp="1"/>
          </p:cNvSpPr>
          <p:nvPr>
            <p:ph type="body" idx="43" hasCustomPrompt="1"/>
          </p:nvPr>
        </p:nvSpPr>
        <p:spPr>
          <a:xfrm xmlns:a="http://schemas.openxmlformats.org/drawingml/2006/main">
            <a:off x="600978" y="3253418"/>
            <a:ext cx="1473246" cy="26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100">
                <a:solidFill>
                  <a:schemeClr val="bg1"/>
                </a:solidFill>
                <a:latin typeface="Gisha"/>
                <a:ea typeface="Gisha"/>
                <a:cs typeface="Gisha"/>
              </a:defRPr>
            </a:lvl1pPr>
            <a:lvl2pPr marL="457200" indent="0">
              <a:buNone/>
              <a:defRPr sz="1100">
                <a:solidFill>
                  <a:schemeClr val="bg1"/>
                </a:solidFill>
                <a:latin typeface="Gisha"/>
                <a:ea typeface="Gisha"/>
                <a:cs typeface="Gisha"/>
              </a:defRPr>
            </a:lvl2pPr>
            <a:lvl3pPr marL="914400" indent="0">
              <a:buNone/>
              <a:defRPr sz="1100">
                <a:solidFill>
                  <a:schemeClr val="bg1"/>
                </a:solidFill>
                <a:latin typeface="Gisha"/>
                <a:ea typeface="Gisha"/>
                <a:cs typeface="Gisha"/>
              </a:defRPr>
            </a:lvl3pPr>
            <a:lvl4pPr marL="1371600" indent="0">
              <a:buNone/>
              <a:defRPr sz="1100">
                <a:solidFill>
                  <a:schemeClr val="bg1"/>
                </a:solidFill>
                <a:latin typeface="Gisha"/>
                <a:ea typeface="Gisha"/>
                <a:cs typeface="Gisha"/>
              </a:defRPr>
            </a:lvl4pPr>
            <a:lvl5pPr marL="1828800" indent="0">
              <a:buNone/>
              <a:defRPr sz="1100">
                <a:solidFill>
                  <a:schemeClr val="bg1"/>
                </a:solidFill>
                <a:latin typeface="Gisha"/>
                <a:ea typeface="Gisha"/>
                <a:cs typeface="Gisha"/>
              </a:defRPr>
            </a:lvl5pPr>
          </a:lstStyle>
          <a:p xmlns:a="http://schemas.openxmlformats.org/drawingml/2006/main">
            <a:pPr>
              <a:buNone/>
            </a:pPr>
            <a:r>
              <a:t>Name of Project</a:t>
            </a:r>
          </a:p>
        </p:txBody>
      </p:sp>
      <p:sp>
        <p:nvSpPr>
          <p:cNvPr id="45" name="TextBox 44">
            <a:extLst xmlns:a="http://schemas.openxmlformats.org/drawingml/2006/main">
              <a:ext uri="{FF2B5EF4-FFF2-40B4-BE49-F238E27FC236}">
                <a16:creationId xmlns:a16="http://schemas.microsoft.com/office/drawing/2014/main" id="{A882DD25-4AD2-42EE-A994-083D47934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561" y="3513138"/>
            <a:ext cx="1473799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>
            <a:sp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56" name="Text Placeholder 28">
            <a:extLst xmlns:a="http://schemas.openxmlformats.org/drawingml/2006/main">
              <a:ext uri="{FF2B5EF4-FFF2-40B4-BE49-F238E27FC236}">
                <a16:creationId xmlns:a16="http://schemas.microsoft.com/office/drawing/2014/main" id="{8344408D-EE50-4846-A2AF-0DDD2117CCF9}"/>
              </a:ext>
            </a:extLst>
          </p:cNvPr>
          <p:cNvSpPr>
            <a:spLocks xmlns:a="http://schemas.openxmlformats.org/drawingml/2006/main" noGrp="1"/>
          </p:cNvSpPr>
          <p:nvPr>
            <p:ph type="body" idx="55" hasCustomPrompt="1"/>
          </p:nvPr>
        </p:nvSpPr>
        <p:spPr>
          <a:xfrm xmlns:a="http://schemas.openxmlformats.org/drawingml/2006/main">
            <a:off x="606522" y="3486239"/>
            <a:ext cx="1474106" cy="28850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100">
                <a:solidFill>
                  <a:schemeClr val="tx1"/>
                </a:solidFill>
                <a:latin typeface="Gisha"/>
                <a:ea typeface="Gisha"/>
                <a:cs typeface="Gisha"/>
              </a:defRPr>
            </a:lvl1pPr>
            <a:lvl2pPr marL="457200" indent="0">
              <a:buNone/>
              <a:defRPr sz="1100">
                <a:solidFill>
                  <a:schemeClr val="bg1"/>
                </a:solidFill>
                <a:latin typeface="Gisha"/>
                <a:ea typeface="Gisha"/>
                <a:cs typeface="Gisha"/>
              </a:defRPr>
            </a:lvl2pPr>
            <a:lvl3pPr marL="914400" indent="0">
              <a:buNone/>
              <a:defRPr sz="1100">
                <a:solidFill>
                  <a:schemeClr val="bg1"/>
                </a:solidFill>
                <a:latin typeface="Gisha"/>
                <a:ea typeface="Gisha"/>
                <a:cs typeface="Gisha"/>
              </a:defRPr>
            </a:lvl3pPr>
            <a:lvl4pPr marL="1371600" indent="0">
              <a:buNone/>
              <a:defRPr sz="1100">
                <a:solidFill>
                  <a:schemeClr val="bg1"/>
                </a:solidFill>
                <a:latin typeface="Gisha"/>
                <a:ea typeface="Gisha"/>
                <a:cs typeface="Gisha"/>
              </a:defRPr>
            </a:lvl4pPr>
            <a:lvl5pPr marL="1828800" indent="0">
              <a:buNone/>
              <a:defRPr sz="1100">
                <a:solidFill>
                  <a:schemeClr val="bg1"/>
                </a:solidFill>
                <a:latin typeface="Gisha"/>
                <a:ea typeface="Gisha"/>
                <a:cs typeface="Gisha"/>
              </a:defRPr>
            </a:lvl5pPr>
          </a:lstStyle>
          <a:p xmlns:a="http://schemas.openxmlformats.org/drawingml/2006/main">
            <a:pPr>
              <a:buNone/>
            </a:pPr>
            <a:r>
              <a:t>Services Provided</a:t>
            </a:r>
          </a:p>
        </p:txBody>
      </p:sp>
      <p:sp>
        <p:nvSpPr>
          <p:cNvPr id="43" name="Picture Placeholder 13">
            <a:extLst xmlns:a="http://schemas.openxmlformats.org/drawingml/2006/main">
              <a:ext uri="{FF2B5EF4-FFF2-40B4-BE49-F238E27FC236}">
                <a16:creationId xmlns:a16="http://schemas.microsoft.com/office/drawing/2014/main" id="{8B4D1025-CF1E-4013-BD2F-1A376D1DBFF1}"/>
              </a:ext>
            </a:extLst>
          </p:cNvPr>
          <p:cNvSpPr>
            <a:spLocks xmlns:a="http://schemas.openxmlformats.org/drawingml/2006/main" noGrp="1"/>
          </p:cNvSpPr>
          <p:nvPr>
            <p:ph type="pic" idx="56"/>
          </p:nvPr>
        </p:nvSpPr>
        <p:spPr>
          <a:xfrm xmlns:a="http://schemas.openxmlformats.org/drawingml/2006/main">
            <a:off x="2454790" y="1173436"/>
            <a:ext cx="1473799" cy="210101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200">
                <a:ln>
                  <a:noFill/>
                </a:ln>
                <a:solidFill>
                  <a:schemeClr val="bg1">
                    <a:lumMod val="8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57" name="Text Placeholder 28">
            <a:extLst xmlns:a="http://schemas.openxmlformats.org/drawingml/2006/main">
              <a:ext uri="{FF2B5EF4-FFF2-40B4-BE49-F238E27FC236}">
                <a16:creationId xmlns:a16="http://schemas.microsoft.com/office/drawing/2014/main" id="{3DEDF4A9-01B7-49F6-988F-76F552DE6844}"/>
              </a:ext>
            </a:extLst>
          </p:cNvPr>
          <p:cNvSpPr>
            <a:spLocks xmlns:a="http://schemas.openxmlformats.org/drawingml/2006/main" noGrp="1"/>
          </p:cNvSpPr>
          <p:nvPr>
            <p:ph type="body" idx="57" hasCustomPrompt="1"/>
          </p:nvPr>
        </p:nvSpPr>
        <p:spPr>
          <a:xfrm xmlns:a="http://schemas.openxmlformats.org/drawingml/2006/main">
            <a:off x="2454790" y="3253418"/>
            <a:ext cx="1473246" cy="26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00"/>
          </a:soli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100">
                <a:solidFill>
                  <a:schemeClr val="bg1"/>
                </a:solidFill>
                <a:latin typeface="Gisha"/>
                <a:ea typeface="Gisha"/>
                <a:cs typeface="Gisha"/>
              </a:defRPr>
            </a:lvl1pPr>
            <a:lvl2pPr marL="457200" indent="0">
              <a:buNone/>
              <a:defRPr sz="1100">
                <a:solidFill>
                  <a:schemeClr val="bg1"/>
                </a:solidFill>
                <a:latin typeface="Gisha"/>
                <a:ea typeface="Gisha"/>
                <a:cs typeface="Gisha"/>
              </a:defRPr>
            </a:lvl2pPr>
            <a:lvl3pPr marL="914400" indent="0">
              <a:buNone/>
              <a:defRPr sz="1100">
                <a:solidFill>
                  <a:schemeClr val="bg1"/>
                </a:solidFill>
                <a:latin typeface="Gisha"/>
                <a:ea typeface="Gisha"/>
                <a:cs typeface="Gisha"/>
              </a:defRPr>
            </a:lvl3pPr>
            <a:lvl4pPr marL="1371600" indent="0">
              <a:buNone/>
              <a:defRPr sz="1100">
                <a:solidFill>
                  <a:schemeClr val="bg1"/>
                </a:solidFill>
                <a:latin typeface="Gisha"/>
                <a:ea typeface="Gisha"/>
                <a:cs typeface="Gisha"/>
              </a:defRPr>
            </a:lvl4pPr>
            <a:lvl5pPr marL="1828800" indent="0">
              <a:buNone/>
              <a:defRPr sz="1100">
                <a:solidFill>
                  <a:schemeClr val="bg1"/>
                </a:solidFill>
                <a:latin typeface="Gisha"/>
                <a:ea typeface="Gisha"/>
                <a:cs typeface="Gisha"/>
              </a:defRPr>
            </a:lvl5pPr>
          </a:lstStyle>
          <a:p xmlns:a="http://schemas.openxmlformats.org/drawingml/2006/main">
            <a:pPr>
              <a:buNone/>
            </a:pPr>
            <a:r>
              <a:t>Name of Project</a:t>
            </a:r>
          </a:p>
        </p:txBody>
      </p:sp>
      <p:sp>
        <p:nvSpPr>
          <p:cNvPr id="58" name="TextBox 57">
            <a:extLst xmlns:a="http://schemas.openxmlformats.org/drawingml/2006/main">
              <a:ext uri="{FF2B5EF4-FFF2-40B4-BE49-F238E27FC236}">
                <a16:creationId xmlns:a16="http://schemas.microsoft.com/office/drawing/2014/main" id="{2680C30F-3EBE-47A9-964D-97EC9E368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5379" y="3513138"/>
            <a:ext cx="1473799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>
            <a:sp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59" name="Picture Placeholder 13">
            <a:extLst xmlns:a="http://schemas.openxmlformats.org/drawingml/2006/main">
              <a:ext uri="{FF2B5EF4-FFF2-40B4-BE49-F238E27FC236}">
                <a16:creationId xmlns:a16="http://schemas.microsoft.com/office/drawing/2014/main" id="{C93F5693-25BA-447B-A763-C9991B6A2B7F}"/>
              </a:ext>
            </a:extLst>
          </p:cNvPr>
          <p:cNvSpPr>
            <a:spLocks xmlns:a="http://schemas.openxmlformats.org/drawingml/2006/main" noGrp="1"/>
          </p:cNvSpPr>
          <p:nvPr>
            <p:ph type="pic" idx="58"/>
          </p:nvPr>
        </p:nvSpPr>
        <p:spPr>
          <a:xfrm xmlns:a="http://schemas.openxmlformats.org/drawingml/2006/main">
            <a:off x="4364147" y="1179805"/>
            <a:ext cx="1473799" cy="210101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200">
                <a:ln>
                  <a:noFill/>
                </a:ln>
                <a:solidFill>
                  <a:schemeClr val="bg1">
                    <a:lumMod val="8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60" name="Text Placeholder 28">
            <a:extLst xmlns:a="http://schemas.openxmlformats.org/drawingml/2006/main">
              <a:ext uri="{FF2B5EF4-FFF2-40B4-BE49-F238E27FC236}">
                <a16:creationId xmlns:a16="http://schemas.microsoft.com/office/drawing/2014/main" id="{FB2A05AF-8C56-4B78-BE39-782218B7A099}"/>
              </a:ext>
            </a:extLst>
          </p:cNvPr>
          <p:cNvSpPr>
            <a:spLocks xmlns:a="http://schemas.openxmlformats.org/drawingml/2006/main" noGrp="1"/>
          </p:cNvSpPr>
          <p:nvPr>
            <p:ph type="body" idx="59" hasCustomPrompt="1"/>
          </p:nvPr>
        </p:nvSpPr>
        <p:spPr>
          <a:xfrm xmlns:a="http://schemas.openxmlformats.org/drawingml/2006/main">
            <a:off x="4364147" y="3259787"/>
            <a:ext cx="1473246" cy="26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100">
                <a:solidFill>
                  <a:schemeClr val="bg1"/>
                </a:solidFill>
                <a:latin typeface="Gisha"/>
                <a:ea typeface="Gisha"/>
                <a:cs typeface="Gisha"/>
              </a:defRPr>
            </a:lvl1pPr>
            <a:lvl2pPr marL="457200" indent="0">
              <a:buNone/>
              <a:defRPr sz="1100">
                <a:solidFill>
                  <a:schemeClr val="bg1"/>
                </a:solidFill>
                <a:latin typeface="Gisha"/>
                <a:ea typeface="Gisha"/>
                <a:cs typeface="Gisha"/>
              </a:defRPr>
            </a:lvl2pPr>
            <a:lvl3pPr marL="914400" indent="0">
              <a:buNone/>
              <a:defRPr sz="1100">
                <a:solidFill>
                  <a:schemeClr val="bg1"/>
                </a:solidFill>
                <a:latin typeface="Gisha"/>
                <a:ea typeface="Gisha"/>
                <a:cs typeface="Gisha"/>
              </a:defRPr>
            </a:lvl3pPr>
            <a:lvl4pPr marL="1371600" indent="0">
              <a:buNone/>
              <a:defRPr sz="1100">
                <a:solidFill>
                  <a:schemeClr val="bg1"/>
                </a:solidFill>
                <a:latin typeface="Gisha"/>
                <a:ea typeface="Gisha"/>
                <a:cs typeface="Gisha"/>
              </a:defRPr>
            </a:lvl4pPr>
            <a:lvl5pPr marL="1828800" indent="0">
              <a:buNone/>
              <a:defRPr sz="1100">
                <a:solidFill>
                  <a:schemeClr val="bg1"/>
                </a:solidFill>
                <a:latin typeface="Gisha"/>
                <a:ea typeface="Gisha"/>
                <a:cs typeface="Gisha"/>
              </a:defRPr>
            </a:lvl5pPr>
          </a:lstStyle>
          <a:p xmlns:a="http://schemas.openxmlformats.org/drawingml/2006/main">
            <a:pPr>
              <a:buNone/>
            </a:pPr>
            <a:r>
              <a:t>Name of Project</a:t>
            </a:r>
          </a:p>
        </p:txBody>
      </p:sp>
      <p:sp>
        <p:nvSpPr>
          <p:cNvPr id="61" name="TextBox 60">
            <a:extLst xmlns:a="http://schemas.openxmlformats.org/drawingml/2006/main">
              <a:ext uri="{FF2B5EF4-FFF2-40B4-BE49-F238E27FC236}">
                <a16:creationId xmlns:a16="http://schemas.microsoft.com/office/drawing/2014/main" id="{EB3C0094-C704-4C47-9F0D-B0E0404C8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5249" y="3513138"/>
            <a:ext cx="1473799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>
            <a:sp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62" name="Text Placeholder 28">
            <a:extLst xmlns:a="http://schemas.openxmlformats.org/drawingml/2006/main">
              <a:ext uri="{FF2B5EF4-FFF2-40B4-BE49-F238E27FC236}">
                <a16:creationId xmlns:a16="http://schemas.microsoft.com/office/drawing/2014/main" id="{313FCADB-D0D4-4CE1-9BAA-3D4A0B254CC8}"/>
              </a:ext>
            </a:extLst>
          </p:cNvPr>
          <p:cNvSpPr>
            <a:spLocks xmlns:a="http://schemas.openxmlformats.org/drawingml/2006/main" noGrp="1"/>
          </p:cNvSpPr>
          <p:nvPr>
            <p:ph type="body" idx="60" hasCustomPrompt="1"/>
          </p:nvPr>
        </p:nvSpPr>
        <p:spPr>
          <a:xfrm xmlns:a="http://schemas.openxmlformats.org/drawingml/2006/main">
            <a:off x="2454790" y="3511228"/>
            <a:ext cx="1473246" cy="28850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100">
                <a:solidFill>
                  <a:schemeClr val="tx1"/>
                </a:solidFill>
                <a:latin typeface="Gisha"/>
                <a:ea typeface="Gisha"/>
                <a:cs typeface="Gisha"/>
              </a:defRPr>
            </a:lvl1pPr>
            <a:lvl2pPr marL="457200" indent="0">
              <a:buNone/>
              <a:defRPr sz="1100">
                <a:solidFill>
                  <a:schemeClr val="bg1"/>
                </a:solidFill>
                <a:latin typeface="Gisha"/>
                <a:ea typeface="Gisha"/>
                <a:cs typeface="Gisha"/>
              </a:defRPr>
            </a:lvl2pPr>
            <a:lvl3pPr marL="914400" indent="0">
              <a:buNone/>
              <a:defRPr sz="1100">
                <a:solidFill>
                  <a:schemeClr val="bg1"/>
                </a:solidFill>
                <a:latin typeface="Gisha"/>
                <a:ea typeface="Gisha"/>
                <a:cs typeface="Gisha"/>
              </a:defRPr>
            </a:lvl3pPr>
            <a:lvl4pPr marL="1371600" indent="0">
              <a:buNone/>
              <a:defRPr sz="1100">
                <a:solidFill>
                  <a:schemeClr val="bg1"/>
                </a:solidFill>
                <a:latin typeface="Gisha"/>
                <a:ea typeface="Gisha"/>
                <a:cs typeface="Gisha"/>
              </a:defRPr>
            </a:lvl4pPr>
            <a:lvl5pPr marL="1828800" indent="0">
              <a:buNone/>
              <a:defRPr sz="1100">
                <a:solidFill>
                  <a:schemeClr val="bg1"/>
                </a:solidFill>
                <a:latin typeface="Gisha"/>
                <a:ea typeface="Gisha"/>
                <a:cs typeface="Gisha"/>
              </a:defRPr>
            </a:lvl5pPr>
          </a:lstStyle>
          <a:p xmlns:a="http://schemas.openxmlformats.org/drawingml/2006/main">
            <a:pPr>
              <a:buNone/>
            </a:pPr>
            <a:r>
              <a:t>Services Provided</a:t>
            </a:r>
          </a:p>
        </p:txBody>
      </p:sp>
      <p:sp>
        <p:nvSpPr>
          <p:cNvPr id="63" name="Picture Placeholder 13">
            <a:extLst xmlns:a="http://schemas.openxmlformats.org/drawingml/2006/main">
              <a:ext uri="{FF2B5EF4-FFF2-40B4-BE49-F238E27FC236}">
                <a16:creationId xmlns:a16="http://schemas.microsoft.com/office/drawing/2014/main" id="{F3668B2F-AAD8-4986-9DA3-31ACDE9CB92A}"/>
              </a:ext>
            </a:extLst>
          </p:cNvPr>
          <p:cNvSpPr>
            <a:spLocks xmlns:a="http://schemas.openxmlformats.org/drawingml/2006/main" noGrp="1"/>
          </p:cNvSpPr>
          <p:nvPr>
            <p:ph type="pic" idx="61"/>
          </p:nvPr>
        </p:nvSpPr>
        <p:spPr>
          <a:xfrm xmlns:a="http://schemas.openxmlformats.org/drawingml/2006/main">
            <a:off x="6250903" y="1198425"/>
            <a:ext cx="1473799" cy="210101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200">
                <a:ln>
                  <a:noFill/>
                </a:ln>
                <a:solidFill>
                  <a:schemeClr val="bg1">
                    <a:lumMod val="8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64" name="Text Placeholder 28">
            <a:extLst xmlns:a="http://schemas.openxmlformats.org/drawingml/2006/main">
              <a:ext uri="{FF2B5EF4-FFF2-40B4-BE49-F238E27FC236}">
                <a16:creationId xmlns:a16="http://schemas.microsoft.com/office/drawing/2014/main" id="{02473E4D-4A5D-4FB8-B313-C3653325427F}"/>
              </a:ext>
            </a:extLst>
          </p:cNvPr>
          <p:cNvSpPr>
            <a:spLocks xmlns:a="http://schemas.openxmlformats.org/drawingml/2006/main" noGrp="1"/>
          </p:cNvSpPr>
          <p:nvPr>
            <p:ph type="body" idx="62" hasCustomPrompt="1"/>
          </p:nvPr>
        </p:nvSpPr>
        <p:spPr>
          <a:xfrm xmlns:a="http://schemas.openxmlformats.org/drawingml/2006/main">
            <a:off x="6250903" y="3278407"/>
            <a:ext cx="1473246" cy="26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D050"/>
          </a:soli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100">
                <a:solidFill>
                  <a:schemeClr val="bg1"/>
                </a:solidFill>
                <a:latin typeface="Gisha"/>
                <a:ea typeface="Gisha"/>
                <a:cs typeface="Gisha"/>
              </a:defRPr>
            </a:lvl1pPr>
            <a:lvl2pPr marL="457200" indent="0">
              <a:buNone/>
              <a:defRPr sz="1100">
                <a:solidFill>
                  <a:schemeClr val="bg1"/>
                </a:solidFill>
                <a:latin typeface="Gisha"/>
                <a:ea typeface="Gisha"/>
                <a:cs typeface="Gisha"/>
              </a:defRPr>
            </a:lvl2pPr>
            <a:lvl3pPr marL="914400" indent="0">
              <a:buNone/>
              <a:defRPr sz="1100">
                <a:solidFill>
                  <a:schemeClr val="bg1"/>
                </a:solidFill>
                <a:latin typeface="Gisha"/>
                <a:ea typeface="Gisha"/>
                <a:cs typeface="Gisha"/>
              </a:defRPr>
            </a:lvl3pPr>
            <a:lvl4pPr marL="1371600" indent="0">
              <a:buNone/>
              <a:defRPr sz="1100">
                <a:solidFill>
                  <a:schemeClr val="bg1"/>
                </a:solidFill>
                <a:latin typeface="Gisha"/>
                <a:ea typeface="Gisha"/>
                <a:cs typeface="Gisha"/>
              </a:defRPr>
            </a:lvl4pPr>
            <a:lvl5pPr marL="1828800" indent="0">
              <a:buNone/>
              <a:defRPr sz="1100">
                <a:solidFill>
                  <a:schemeClr val="bg1"/>
                </a:solidFill>
                <a:latin typeface="Gisha"/>
                <a:ea typeface="Gisha"/>
                <a:cs typeface="Gisha"/>
              </a:defRPr>
            </a:lvl5pPr>
          </a:lstStyle>
          <a:p xmlns:a="http://schemas.openxmlformats.org/drawingml/2006/main">
            <a:pPr>
              <a:buNone/>
            </a:pPr>
            <a:r>
              <a:t>Name of Project</a:t>
            </a:r>
          </a:p>
        </p:txBody>
      </p:sp>
      <p:sp>
        <p:nvSpPr>
          <p:cNvPr id="65" name="TextBox 64">
            <a:extLst xmlns:a="http://schemas.openxmlformats.org/drawingml/2006/main">
              <a:ext uri="{FF2B5EF4-FFF2-40B4-BE49-F238E27FC236}">
                <a16:creationId xmlns:a16="http://schemas.microsoft.com/office/drawing/2014/main" id="{A9D41749-6234-44B1-A35E-2DF285320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1523" y="3538127"/>
            <a:ext cx="1473799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>
            <a:sp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66" name="TextBox 65">
            <a:extLst xmlns:a="http://schemas.openxmlformats.org/drawingml/2006/main">
              <a:ext uri="{FF2B5EF4-FFF2-40B4-BE49-F238E27FC236}">
                <a16:creationId xmlns:a16="http://schemas.microsoft.com/office/drawing/2014/main" id="{94B90EE2-3678-4E79-ADDE-D3B6E4F4E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5556" y="3513138"/>
            <a:ext cx="1473799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>
            <a:sp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67" name="Text Placeholder 28">
            <a:extLst xmlns:a="http://schemas.openxmlformats.org/drawingml/2006/main">
              <a:ext uri="{FF2B5EF4-FFF2-40B4-BE49-F238E27FC236}">
                <a16:creationId xmlns:a16="http://schemas.microsoft.com/office/drawing/2014/main" id="{764DE0E2-A41F-4194-833D-73DC03A7EA5E}"/>
              </a:ext>
            </a:extLst>
          </p:cNvPr>
          <p:cNvSpPr>
            <a:spLocks xmlns:a="http://schemas.openxmlformats.org/drawingml/2006/main" noGrp="1"/>
          </p:cNvSpPr>
          <p:nvPr>
            <p:ph type="body" idx="63" hasCustomPrompt="1"/>
          </p:nvPr>
        </p:nvSpPr>
        <p:spPr>
          <a:xfrm xmlns:a="http://schemas.openxmlformats.org/drawingml/2006/main">
            <a:off x="4364454" y="3517597"/>
            <a:ext cx="1473246" cy="28850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100">
                <a:solidFill>
                  <a:schemeClr val="tx1"/>
                </a:solidFill>
                <a:latin typeface="Gisha"/>
                <a:ea typeface="Gisha"/>
                <a:cs typeface="Gisha"/>
              </a:defRPr>
            </a:lvl1pPr>
            <a:lvl2pPr marL="457200" indent="0">
              <a:buNone/>
              <a:defRPr sz="1100">
                <a:solidFill>
                  <a:schemeClr val="bg1"/>
                </a:solidFill>
                <a:latin typeface="Gisha"/>
                <a:ea typeface="Gisha"/>
                <a:cs typeface="Gisha"/>
              </a:defRPr>
            </a:lvl2pPr>
            <a:lvl3pPr marL="914400" indent="0">
              <a:buNone/>
              <a:defRPr sz="1100">
                <a:solidFill>
                  <a:schemeClr val="bg1"/>
                </a:solidFill>
                <a:latin typeface="Gisha"/>
                <a:ea typeface="Gisha"/>
                <a:cs typeface="Gisha"/>
              </a:defRPr>
            </a:lvl3pPr>
            <a:lvl4pPr marL="1371600" indent="0">
              <a:buNone/>
              <a:defRPr sz="1100">
                <a:solidFill>
                  <a:schemeClr val="bg1"/>
                </a:solidFill>
                <a:latin typeface="Gisha"/>
                <a:ea typeface="Gisha"/>
                <a:cs typeface="Gisha"/>
              </a:defRPr>
            </a:lvl4pPr>
            <a:lvl5pPr marL="1828800" indent="0">
              <a:buNone/>
              <a:defRPr sz="1100">
                <a:solidFill>
                  <a:schemeClr val="bg1"/>
                </a:solidFill>
                <a:latin typeface="Gisha"/>
                <a:ea typeface="Gisha"/>
                <a:cs typeface="Gisha"/>
              </a:defRPr>
            </a:lvl5pPr>
          </a:lstStyle>
          <a:p xmlns:a="http://schemas.openxmlformats.org/drawingml/2006/main">
            <a:pPr>
              <a:buNone/>
            </a:pPr>
            <a:r>
              <a:t>Services Provided</a:t>
            </a:r>
          </a:p>
        </p:txBody>
      </p:sp>
      <p:sp>
        <p:nvSpPr>
          <p:cNvPr id="68" name="TextBox 67">
            <a:extLst xmlns:a="http://schemas.openxmlformats.org/drawingml/2006/main">
              <a:ext uri="{FF2B5EF4-FFF2-40B4-BE49-F238E27FC236}">
                <a16:creationId xmlns:a16="http://schemas.microsoft.com/office/drawing/2014/main" id="{8F8A2FFF-7838-43B5-841B-727956525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4295" y="3542577"/>
            <a:ext cx="1473799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>
            <a:sp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69" name="Text Placeholder 28">
            <a:extLst xmlns:a="http://schemas.openxmlformats.org/drawingml/2006/main">
              <a:ext uri="{FF2B5EF4-FFF2-40B4-BE49-F238E27FC236}">
                <a16:creationId xmlns:a16="http://schemas.microsoft.com/office/drawing/2014/main" id="{1481BF64-C638-431A-BB4D-D9EDDADE5695}"/>
              </a:ext>
            </a:extLst>
          </p:cNvPr>
          <p:cNvSpPr>
            <a:spLocks xmlns:a="http://schemas.openxmlformats.org/drawingml/2006/main" noGrp="1"/>
          </p:cNvSpPr>
          <p:nvPr>
            <p:ph type="body" idx="64" hasCustomPrompt="1"/>
          </p:nvPr>
        </p:nvSpPr>
        <p:spPr>
          <a:xfrm xmlns:a="http://schemas.openxmlformats.org/drawingml/2006/main">
            <a:off x="6253675" y="3540667"/>
            <a:ext cx="1473246" cy="28850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100">
                <a:solidFill>
                  <a:schemeClr val="tx1"/>
                </a:solidFill>
                <a:latin typeface="Gisha"/>
                <a:ea typeface="Gisha"/>
                <a:cs typeface="Gisha"/>
              </a:defRPr>
            </a:lvl1pPr>
            <a:lvl2pPr marL="457200" indent="0">
              <a:buNone/>
              <a:defRPr sz="1100">
                <a:solidFill>
                  <a:schemeClr val="bg1"/>
                </a:solidFill>
                <a:latin typeface="Gisha"/>
                <a:ea typeface="Gisha"/>
                <a:cs typeface="Gisha"/>
              </a:defRPr>
            </a:lvl2pPr>
            <a:lvl3pPr marL="914400" indent="0">
              <a:buNone/>
              <a:defRPr sz="1100">
                <a:solidFill>
                  <a:schemeClr val="bg1"/>
                </a:solidFill>
                <a:latin typeface="Gisha"/>
                <a:ea typeface="Gisha"/>
                <a:cs typeface="Gisha"/>
              </a:defRPr>
            </a:lvl3pPr>
            <a:lvl4pPr marL="1371600" indent="0">
              <a:buNone/>
              <a:defRPr sz="1100">
                <a:solidFill>
                  <a:schemeClr val="bg1"/>
                </a:solidFill>
                <a:latin typeface="Gisha"/>
                <a:ea typeface="Gisha"/>
                <a:cs typeface="Gisha"/>
              </a:defRPr>
            </a:lvl4pPr>
            <a:lvl5pPr marL="1828800" indent="0">
              <a:buNone/>
              <a:defRPr sz="1100">
                <a:solidFill>
                  <a:schemeClr val="bg1"/>
                </a:solidFill>
                <a:latin typeface="Gisha"/>
                <a:ea typeface="Gisha"/>
                <a:cs typeface="Gisha"/>
              </a:defRPr>
            </a:lvl5pPr>
          </a:lstStyle>
          <a:p xmlns:a="http://schemas.openxmlformats.org/drawingml/2006/main">
            <a:pPr>
              <a:buNone/>
            </a:pPr>
            <a:r>
              <a:t>Services Provided</a:t>
            </a:r>
          </a:p>
        </p:txBody>
      </p:sp>
      <p:sp>
        <p:nvSpPr>
          <p:cNvPr id="70" name="Picture Placeholder 13">
            <a:extLst xmlns:a="http://schemas.openxmlformats.org/drawingml/2006/main">
              <a:ext uri="{FF2B5EF4-FFF2-40B4-BE49-F238E27FC236}">
                <a16:creationId xmlns:a16="http://schemas.microsoft.com/office/drawing/2014/main" id="{87FD7C2D-CC9A-4AC2-93E5-422E18550EA6}"/>
              </a:ext>
            </a:extLst>
          </p:cNvPr>
          <p:cNvSpPr>
            <a:spLocks xmlns:a="http://schemas.openxmlformats.org/drawingml/2006/main" noGrp="1"/>
          </p:cNvSpPr>
          <p:nvPr>
            <p:ph type="pic" idx="65"/>
          </p:nvPr>
        </p:nvSpPr>
        <p:spPr>
          <a:xfrm xmlns:a="http://schemas.openxmlformats.org/drawingml/2006/main">
            <a:off x="8110902" y="1198425"/>
            <a:ext cx="1473799" cy="210101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200">
                <a:ln>
                  <a:noFill/>
                </a:ln>
                <a:solidFill>
                  <a:schemeClr val="bg1">
                    <a:lumMod val="8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71" name="Text Placeholder 28">
            <a:extLst xmlns:a="http://schemas.openxmlformats.org/drawingml/2006/main">
              <a:ext uri="{FF2B5EF4-FFF2-40B4-BE49-F238E27FC236}">
                <a16:creationId xmlns:a16="http://schemas.microsoft.com/office/drawing/2014/main" id="{0D8EAB7B-B6F2-4F22-8DB6-7D1E09AF602D}"/>
              </a:ext>
            </a:extLst>
          </p:cNvPr>
          <p:cNvSpPr>
            <a:spLocks xmlns:a="http://schemas.openxmlformats.org/drawingml/2006/main" noGrp="1"/>
          </p:cNvSpPr>
          <p:nvPr>
            <p:ph type="body" idx="66" hasCustomPrompt="1"/>
          </p:nvPr>
        </p:nvSpPr>
        <p:spPr>
          <a:xfrm xmlns:a="http://schemas.openxmlformats.org/drawingml/2006/main">
            <a:off x="8110902" y="3278407"/>
            <a:ext cx="1473246" cy="26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100">
                <a:solidFill>
                  <a:schemeClr val="bg1"/>
                </a:solidFill>
                <a:latin typeface="Gisha"/>
                <a:ea typeface="Gisha"/>
                <a:cs typeface="Gisha"/>
              </a:defRPr>
            </a:lvl1pPr>
            <a:lvl2pPr marL="457200" indent="0">
              <a:buNone/>
              <a:defRPr sz="1100">
                <a:solidFill>
                  <a:schemeClr val="bg1"/>
                </a:solidFill>
                <a:latin typeface="Gisha"/>
                <a:ea typeface="Gisha"/>
                <a:cs typeface="Gisha"/>
              </a:defRPr>
            </a:lvl2pPr>
            <a:lvl3pPr marL="914400" indent="0">
              <a:buNone/>
              <a:defRPr sz="1100">
                <a:solidFill>
                  <a:schemeClr val="bg1"/>
                </a:solidFill>
                <a:latin typeface="Gisha"/>
                <a:ea typeface="Gisha"/>
                <a:cs typeface="Gisha"/>
              </a:defRPr>
            </a:lvl3pPr>
            <a:lvl4pPr marL="1371600" indent="0">
              <a:buNone/>
              <a:defRPr sz="1100">
                <a:solidFill>
                  <a:schemeClr val="bg1"/>
                </a:solidFill>
                <a:latin typeface="Gisha"/>
                <a:ea typeface="Gisha"/>
                <a:cs typeface="Gisha"/>
              </a:defRPr>
            </a:lvl4pPr>
            <a:lvl5pPr marL="1828800" indent="0">
              <a:buNone/>
              <a:defRPr sz="1100">
                <a:solidFill>
                  <a:schemeClr val="bg1"/>
                </a:solidFill>
                <a:latin typeface="Gisha"/>
                <a:ea typeface="Gisha"/>
                <a:cs typeface="Gisha"/>
              </a:defRPr>
            </a:lvl5pPr>
          </a:lstStyle>
          <a:p xmlns:a="http://schemas.openxmlformats.org/drawingml/2006/main">
            <a:pPr>
              <a:buNone/>
            </a:pPr>
            <a:r>
              <a:t>Name of Project</a:t>
            </a:r>
          </a:p>
        </p:txBody>
      </p:sp>
      <p:sp>
        <p:nvSpPr>
          <p:cNvPr id="72" name="Text Placeholder 28">
            <a:extLst xmlns:a="http://schemas.openxmlformats.org/drawingml/2006/main">
              <a:ext uri="{FF2B5EF4-FFF2-40B4-BE49-F238E27FC236}">
                <a16:creationId xmlns:a16="http://schemas.microsoft.com/office/drawing/2014/main" id="{2F70BD8B-DA33-4C4C-9D9E-71FC5B6B98FD}"/>
              </a:ext>
            </a:extLst>
          </p:cNvPr>
          <p:cNvSpPr>
            <a:spLocks xmlns:a="http://schemas.openxmlformats.org/drawingml/2006/main" noGrp="1"/>
          </p:cNvSpPr>
          <p:nvPr>
            <p:ph type="body" idx="67" hasCustomPrompt="1"/>
          </p:nvPr>
        </p:nvSpPr>
        <p:spPr>
          <a:xfrm xmlns:a="http://schemas.openxmlformats.org/drawingml/2006/main">
            <a:off x="8113674" y="3540667"/>
            <a:ext cx="1473246" cy="28850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100">
                <a:solidFill>
                  <a:schemeClr val="tx1"/>
                </a:solidFill>
                <a:latin typeface="Gisha"/>
                <a:ea typeface="Gisha"/>
                <a:cs typeface="Gisha"/>
              </a:defRPr>
            </a:lvl1pPr>
            <a:lvl2pPr marL="457200" indent="0">
              <a:buNone/>
              <a:defRPr sz="1100">
                <a:solidFill>
                  <a:schemeClr val="bg1"/>
                </a:solidFill>
                <a:latin typeface="Gisha"/>
                <a:ea typeface="Gisha"/>
                <a:cs typeface="Gisha"/>
              </a:defRPr>
            </a:lvl2pPr>
            <a:lvl3pPr marL="914400" indent="0">
              <a:buNone/>
              <a:defRPr sz="1100">
                <a:solidFill>
                  <a:schemeClr val="bg1"/>
                </a:solidFill>
                <a:latin typeface="Gisha"/>
                <a:ea typeface="Gisha"/>
                <a:cs typeface="Gisha"/>
              </a:defRPr>
            </a:lvl3pPr>
            <a:lvl4pPr marL="1371600" indent="0">
              <a:buNone/>
              <a:defRPr sz="1100">
                <a:solidFill>
                  <a:schemeClr val="bg1"/>
                </a:solidFill>
                <a:latin typeface="Gisha"/>
                <a:ea typeface="Gisha"/>
                <a:cs typeface="Gisha"/>
              </a:defRPr>
            </a:lvl4pPr>
            <a:lvl5pPr marL="1828800" indent="0">
              <a:buNone/>
              <a:defRPr sz="1100">
                <a:solidFill>
                  <a:schemeClr val="bg1"/>
                </a:solidFill>
                <a:latin typeface="Gisha"/>
                <a:ea typeface="Gisha"/>
                <a:cs typeface="Gisha"/>
              </a:defRPr>
            </a:lvl5pPr>
          </a:lstStyle>
          <a:p xmlns:a="http://schemas.openxmlformats.org/drawingml/2006/main">
            <a:pPr>
              <a:buNone/>
            </a:pPr>
            <a:r>
              <a:t>Services Provided</a:t>
            </a:r>
          </a:p>
        </p:txBody>
      </p:sp>
      <p:sp>
        <p:nvSpPr>
          <p:cNvPr id="73" name="Picture Placeholder 13">
            <a:extLst xmlns:a="http://schemas.openxmlformats.org/drawingml/2006/main">
              <a:ext uri="{FF2B5EF4-FFF2-40B4-BE49-F238E27FC236}">
                <a16:creationId xmlns:a16="http://schemas.microsoft.com/office/drawing/2014/main" id="{4046F17E-E198-4289-A028-F171BF51CC3B}"/>
              </a:ext>
            </a:extLst>
          </p:cNvPr>
          <p:cNvSpPr>
            <a:spLocks xmlns:a="http://schemas.openxmlformats.org/drawingml/2006/main" noGrp="1"/>
          </p:cNvSpPr>
          <p:nvPr>
            <p:ph type="pic" idx="68"/>
          </p:nvPr>
        </p:nvSpPr>
        <p:spPr>
          <a:xfrm xmlns:a="http://schemas.openxmlformats.org/drawingml/2006/main">
            <a:off x="10054474" y="1198425"/>
            <a:ext cx="1473799" cy="210101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200">
                <a:ln>
                  <a:noFill/>
                </a:ln>
                <a:solidFill>
                  <a:schemeClr val="bg1">
                    <a:lumMod val="8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74" name="Text Placeholder 28">
            <a:extLst xmlns:a="http://schemas.openxmlformats.org/drawingml/2006/main">
              <a:ext uri="{FF2B5EF4-FFF2-40B4-BE49-F238E27FC236}">
                <a16:creationId xmlns:a16="http://schemas.microsoft.com/office/drawing/2014/main" id="{9EE9CEC9-E10E-4DFC-99C8-9900445EDB46}"/>
              </a:ext>
            </a:extLst>
          </p:cNvPr>
          <p:cNvSpPr>
            <a:spLocks xmlns:a="http://schemas.openxmlformats.org/drawingml/2006/main" noGrp="1"/>
          </p:cNvSpPr>
          <p:nvPr>
            <p:ph type="body" idx="69" hasCustomPrompt="1"/>
          </p:nvPr>
        </p:nvSpPr>
        <p:spPr>
          <a:xfrm xmlns:a="http://schemas.openxmlformats.org/drawingml/2006/main">
            <a:off x="10054474" y="3278407"/>
            <a:ext cx="1473246" cy="26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00"/>
          </a:soli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100">
                <a:solidFill>
                  <a:schemeClr val="bg1"/>
                </a:solidFill>
                <a:latin typeface="Gisha"/>
                <a:ea typeface="Gisha"/>
                <a:cs typeface="Gisha"/>
              </a:defRPr>
            </a:lvl1pPr>
            <a:lvl2pPr marL="457200" indent="0">
              <a:buNone/>
              <a:defRPr sz="1100">
                <a:solidFill>
                  <a:schemeClr val="bg1"/>
                </a:solidFill>
                <a:latin typeface="Gisha"/>
                <a:ea typeface="Gisha"/>
                <a:cs typeface="Gisha"/>
              </a:defRPr>
            </a:lvl2pPr>
            <a:lvl3pPr marL="914400" indent="0">
              <a:buNone/>
              <a:defRPr sz="1100">
                <a:solidFill>
                  <a:schemeClr val="bg1"/>
                </a:solidFill>
                <a:latin typeface="Gisha"/>
                <a:ea typeface="Gisha"/>
                <a:cs typeface="Gisha"/>
              </a:defRPr>
            </a:lvl3pPr>
            <a:lvl4pPr marL="1371600" indent="0">
              <a:buNone/>
              <a:defRPr sz="1100">
                <a:solidFill>
                  <a:schemeClr val="bg1"/>
                </a:solidFill>
                <a:latin typeface="Gisha"/>
                <a:ea typeface="Gisha"/>
                <a:cs typeface="Gisha"/>
              </a:defRPr>
            </a:lvl4pPr>
            <a:lvl5pPr marL="1828800" indent="0">
              <a:buNone/>
              <a:defRPr sz="1100">
                <a:solidFill>
                  <a:schemeClr val="bg1"/>
                </a:solidFill>
                <a:latin typeface="Gisha"/>
                <a:ea typeface="Gisha"/>
                <a:cs typeface="Gisha"/>
              </a:defRPr>
            </a:lvl5pPr>
          </a:lstStyle>
          <a:p xmlns:a="http://schemas.openxmlformats.org/drawingml/2006/main">
            <a:pPr>
              <a:buNone/>
            </a:pPr>
            <a:r>
              <a:t>Name of Project</a:t>
            </a:r>
          </a:p>
        </p:txBody>
      </p:sp>
      <p:sp>
        <p:nvSpPr>
          <p:cNvPr id="75" name="Text Placeholder 28">
            <a:extLst xmlns:a="http://schemas.openxmlformats.org/drawingml/2006/main">
              <a:ext uri="{FF2B5EF4-FFF2-40B4-BE49-F238E27FC236}">
                <a16:creationId xmlns:a16="http://schemas.microsoft.com/office/drawing/2014/main" id="{2EA06A96-2220-4C74-B961-C24B48D17FE9}"/>
              </a:ext>
            </a:extLst>
          </p:cNvPr>
          <p:cNvSpPr>
            <a:spLocks xmlns:a="http://schemas.openxmlformats.org/drawingml/2006/main" noGrp="1"/>
          </p:cNvSpPr>
          <p:nvPr>
            <p:ph type="body" idx="70" hasCustomPrompt="1"/>
          </p:nvPr>
        </p:nvSpPr>
        <p:spPr>
          <a:xfrm xmlns:a="http://schemas.openxmlformats.org/drawingml/2006/main">
            <a:off x="10057246" y="3540667"/>
            <a:ext cx="1473246" cy="28850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100">
                <a:solidFill>
                  <a:schemeClr val="tx1"/>
                </a:solidFill>
                <a:latin typeface="Gisha"/>
                <a:ea typeface="Gisha"/>
                <a:cs typeface="Gisha"/>
              </a:defRPr>
            </a:lvl1pPr>
            <a:lvl2pPr marL="457200" indent="0">
              <a:buNone/>
              <a:defRPr sz="1100">
                <a:solidFill>
                  <a:schemeClr val="bg1"/>
                </a:solidFill>
                <a:latin typeface="Gisha"/>
                <a:ea typeface="Gisha"/>
                <a:cs typeface="Gisha"/>
              </a:defRPr>
            </a:lvl2pPr>
            <a:lvl3pPr marL="914400" indent="0">
              <a:buNone/>
              <a:defRPr sz="1100">
                <a:solidFill>
                  <a:schemeClr val="bg1"/>
                </a:solidFill>
                <a:latin typeface="Gisha"/>
                <a:ea typeface="Gisha"/>
                <a:cs typeface="Gisha"/>
              </a:defRPr>
            </a:lvl3pPr>
            <a:lvl4pPr marL="1371600" indent="0">
              <a:buNone/>
              <a:defRPr sz="1100">
                <a:solidFill>
                  <a:schemeClr val="bg1"/>
                </a:solidFill>
                <a:latin typeface="Gisha"/>
                <a:ea typeface="Gisha"/>
                <a:cs typeface="Gisha"/>
              </a:defRPr>
            </a:lvl4pPr>
            <a:lvl5pPr marL="1828800" indent="0">
              <a:buNone/>
              <a:defRPr sz="1100">
                <a:solidFill>
                  <a:schemeClr val="bg1"/>
                </a:solidFill>
                <a:latin typeface="Gisha"/>
                <a:ea typeface="Gisha"/>
                <a:cs typeface="Gisha"/>
              </a:defRPr>
            </a:lvl5pPr>
          </a:lstStyle>
          <a:p xmlns:a="http://schemas.openxmlformats.org/drawingml/2006/main">
            <a:pPr>
              <a:buNone/>
            </a:pPr>
            <a:r>
              <a:t>Services Provided</a:t>
            </a:r>
          </a:p>
        </p:txBody>
      </p:sp>
      <p:sp>
        <p:nvSpPr>
          <p:cNvPr id="76" name="Picture Placeholder 13">
            <a:extLst xmlns:a="http://schemas.openxmlformats.org/drawingml/2006/main">
              <a:ext uri="{FF2B5EF4-FFF2-40B4-BE49-F238E27FC236}">
                <a16:creationId xmlns:a16="http://schemas.microsoft.com/office/drawing/2014/main" id="{F4C1ED98-750D-4CAA-B837-BB513FE89B0D}"/>
              </a:ext>
            </a:extLst>
          </p:cNvPr>
          <p:cNvSpPr>
            <a:spLocks xmlns:a="http://schemas.openxmlformats.org/drawingml/2006/main" noGrp="1"/>
          </p:cNvSpPr>
          <p:nvPr>
            <p:ph type="pic" idx="71"/>
          </p:nvPr>
        </p:nvSpPr>
        <p:spPr>
          <a:xfrm xmlns:a="http://schemas.openxmlformats.org/drawingml/2006/main">
            <a:off x="609294" y="4053088"/>
            <a:ext cx="1473799" cy="210101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200">
                <a:ln>
                  <a:noFill/>
                </a:ln>
                <a:solidFill>
                  <a:schemeClr val="bg1">
                    <a:lumMod val="8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77" name="TextBox 76">
            <a:extLst xmlns:a="http://schemas.openxmlformats.org/drawingml/2006/main">
              <a:ext uri="{FF2B5EF4-FFF2-40B4-BE49-F238E27FC236}">
                <a16:creationId xmlns:a16="http://schemas.microsoft.com/office/drawing/2014/main" id="{16A9A498-972B-4BF6-A3DC-74AC88722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175" y="6392790"/>
            <a:ext cx="1560500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>
            <a:sp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78" name="TextBox 77">
            <a:extLst xmlns:a="http://schemas.openxmlformats.org/drawingml/2006/main">
              <a:ext uri="{FF2B5EF4-FFF2-40B4-BE49-F238E27FC236}">
                <a16:creationId xmlns:a16="http://schemas.microsoft.com/office/drawing/2014/main" id="{5A413F51-72A0-45E1-ABB0-E847ECB38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541" y="6392790"/>
            <a:ext cx="3695498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>
            <a:sp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79" name="TextBox 78">
            <a:extLst xmlns:a="http://schemas.openxmlformats.org/drawingml/2006/main">
              <a:ext uri="{FF2B5EF4-FFF2-40B4-BE49-F238E27FC236}">
                <a16:creationId xmlns:a16="http://schemas.microsoft.com/office/drawing/2014/main" id="{8FB3AB91-5285-42BF-AF61-8DF3A7B34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769" y="6392790"/>
            <a:ext cx="3695498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>
            <a:sp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0" name="TextBox 79">
            <a:extLst xmlns:a="http://schemas.openxmlformats.org/drawingml/2006/main">
              <a:ext uri="{FF2B5EF4-FFF2-40B4-BE49-F238E27FC236}">
                <a16:creationId xmlns:a16="http://schemas.microsoft.com/office/drawing/2014/main" id="{92B5DB13-EB92-4085-8E74-3C5126FDE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0311" y="6392790"/>
            <a:ext cx="3695498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>
            <a:sp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1" name="Text Placeholder 28">
            <a:extLst xmlns:a="http://schemas.openxmlformats.org/drawingml/2006/main">
              <a:ext uri="{FF2B5EF4-FFF2-40B4-BE49-F238E27FC236}">
                <a16:creationId xmlns:a16="http://schemas.microsoft.com/office/drawing/2014/main" id="{0AAFA32C-44EC-47ED-BE51-A6B011CAC06C}"/>
              </a:ext>
            </a:extLst>
          </p:cNvPr>
          <p:cNvSpPr>
            <a:spLocks xmlns:a="http://schemas.openxmlformats.org/drawingml/2006/main" noGrp="1"/>
          </p:cNvSpPr>
          <p:nvPr>
            <p:ph type="body" idx="72" hasCustomPrompt="1"/>
          </p:nvPr>
        </p:nvSpPr>
        <p:spPr>
          <a:xfrm xmlns:a="http://schemas.openxmlformats.org/drawingml/2006/main">
            <a:off x="609294" y="6133070"/>
            <a:ext cx="1473246" cy="26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100">
                <a:solidFill>
                  <a:schemeClr val="bg1"/>
                </a:solidFill>
                <a:latin typeface="Gisha"/>
                <a:ea typeface="Gisha"/>
                <a:cs typeface="Gisha"/>
              </a:defRPr>
            </a:lvl1pPr>
            <a:lvl2pPr marL="457200" indent="0">
              <a:buNone/>
              <a:defRPr sz="1100">
                <a:solidFill>
                  <a:schemeClr val="bg1"/>
                </a:solidFill>
                <a:latin typeface="Gisha"/>
                <a:ea typeface="Gisha"/>
                <a:cs typeface="Gisha"/>
              </a:defRPr>
            </a:lvl2pPr>
            <a:lvl3pPr marL="914400" indent="0">
              <a:buNone/>
              <a:defRPr sz="1100">
                <a:solidFill>
                  <a:schemeClr val="bg1"/>
                </a:solidFill>
                <a:latin typeface="Gisha"/>
                <a:ea typeface="Gisha"/>
                <a:cs typeface="Gisha"/>
              </a:defRPr>
            </a:lvl3pPr>
            <a:lvl4pPr marL="1371600" indent="0">
              <a:buNone/>
              <a:defRPr sz="1100">
                <a:solidFill>
                  <a:schemeClr val="bg1"/>
                </a:solidFill>
                <a:latin typeface="Gisha"/>
                <a:ea typeface="Gisha"/>
                <a:cs typeface="Gisha"/>
              </a:defRPr>
            </a:lvl4pPr>
            <a:lvl5pPr marL="1828800" indent="0">
              <a:buNone/>
              <a:defRPr sz="1100">
                <a:solidFill>
                  <a:schemeClr val="bg1"/>
                </a:solidFill>
                <a:latin typeface="Gisha"/>
                <a:ea typeface="Gisha"/>
                <a:cs typeface="Gisha"/>
              </a:defRPr>
            </a:lvl5pPr>
          </a:lstStyle>
          <a:p xmlns:a="http://schemas.openxmlformats.org/drawingml/2006/main">
            <a:pPr>
              <a:buNone/>
            </a:pPr>
            <a:r>
              <a:t>Name of Project</a:t>
            </a:r>
          </a:p>
        </p:txBody>
      </p:sp>
      <p:sp>
        <p:nvSpPr>
          <p:cNvPr id="82" name="TextBox 81">
            <a:extLst xmlns:a="http://schemas.openxmlformats.org/drawingml/2006/main">
              <a:ext uri="{FF2B5EF4-FFF2-40B4-BE49-F238E27FC236}">
                <a16:creationId xmlns:a16="http://schemas.microsoft.com/office/drawing/2014/main" id="{38B931D2-ABCF-4613-90C7-16F97A501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877" y="6392790"/>
            <a:ext cx="1473799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>
            <a:sp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3" name="Text Placeholder 28">
            <a:extLst xmlns:a="http://schemas.openxmlformats.org/drawingml/2006/main">
              <a:ext uri="{FF2B5EF4-FFF2-40B4-BE49-F238E27FC236}">
                <a16:creationId xmlns:a16="http://schemas.microsoft.com/office/drawing/2014/main" id="{D0F03DB3-0290-430E-BC4A-474D7E143BA3}"/>
              </a:ext>
            </a:extLst>
          </p:cNvPr>
          <p:cNvSpPr>
            <a:spLocks xmlns:a="http://schemas.openxmlformats.org/drawingml/2006/main" noGrp="1"/>
          </p:cNvSpPr>
          <p:nvPr>
            <p:ph type="body" idx="73" hasCustomPrompt="1"/>
          </p:nvPr>
        </p:nvSpPr>
        <p:spPr>
          <a:xfrm xmlns:a="http://schemas.openxmlformats.org/drawingml/2006/main">
            <a:off x="614838" y="6365891"/>
            <a:ext cx="1474106" cy="28850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100">
                <a:solidFill>
                  <a:schemeClr val="tx1"/>
                </a:solidFill>
                <a:latin typeface="Gisha"/>
                <a:ea typeface="Gisha"/>
                <a:cs typeface="Gisha"/>
              </a:defRPr>
            </a:lvl1pPr>
            <a:lvl2pPr marL="457200" indent="0">
              <a:buNone/>
              <a:defRPr sz="1100">
                <a:solidFill>
                  <a:schemeClr val="bg1"/>
                </a:solidFill>
                <a:latin typeface="Gisha"/>
                <a:ea typeface="Gisha"/>
                <a:cs typeface="Gisha"/>
              </a:defRPr>
            </a:lvl2pPr>
            <a:lvl3pPr marL="914400" indent="0">
              <a:buNone/>
              <a:defRPr sz="1100">
                <a:solidFill>
                  <a:schemeClr val="bg1"/>
                </a:solidFill>
                <a:latin typeface="Gisha"/>
                <a:ea typeface="Gisha"/>
                <a:cs typeface="Gisha"/>
              </a:defRPr>
            </a:lvl3pPr>
            <a:lvl4pPr marL="1371600" indent="0">
              <a:buNone/>
              <a:defRPr sz="1100">
                <a:solidFill>
                  <a:schemeClr val="bg1"/>
                </a:solidFill>
                <a:latin typeface="Gisha"/>
                <a:ea typeface="Gisha"/>
                <a:cs typeface="Gisha"/>
              </a:defRPr>
            </a:lvl4pPr>
            <a:lvl5pPr marL="1828800" indent="0">
              <a:buNone/>
              <a:defRPr sz="1100">
                <a:solidFill>
                  <a:schemeClr val="bg1"/>
                </a:solidFill>
                <a:latin typeface="Gisha"/>
                <a:ea typeface="Gisha"/>
                <a:cs typeface="Gisha"/>
              </a:defRPr>
            </a:lvl5pPr>
          </a:lstStyle>
          <a:p xmlns:a="http://schemas.openxmlformats.org/drawingml/2006/main">
            <a:pPr>
              <a:buNone/>
            </a:pPr>
            <a:r>
              <a:t>Services Provided</a:t>
            </a:r>
          </a:p>
        </p:txBody>
      </p:sp>
      <p:sp>
        <p:nvSpPr>
          <p:cNvPr id="84" name="Picture Placeholder 13">
            <a:extLst xmlns:a="http://schemas.openxmlformats.org/drawingml/2006/main">
              <a:ext uri="{FF2B5EF4-FFF2-40B4-BE49-F238E27FC236}">
                <a16:creationId xmlns:a16="http://schemas.microsoft.com/office/drawing/2014/main" id="{09C5A711-FE1E-4198-8C65-5D16343E7776}"/>
              </a:ext>
            </a:extLst>
          </p:cNvPr>
          <p:cNvSpPr>
            <a:spLocks xmlns:a="http://schemas.openxmlformats.org/drawingml/2006/main" noGrp="1"/>
          </p:cNvSpPr>
          <p:nvPr>
            <p:ph type="pic" idx="74"/>
          </p:nvPr>
        </p:nvSpPr>
        <p:spPr>
          <a:xfrm xmlns:a="http://schemas.openxmlformats.org/drawingml/2006/main">
            <a:off x="2463106" y="4053088"/>
            <a:ext cx="1473799" cy="210101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200">
                <a:ln>
                  <a:noFill/>
                </a:ln>
                <a:solidFill>
                  <a:schemeClr val="bg1">
                    <a:lumMod val="8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85" name="Text Placeholder 28">
            <a:extLst xmlns:a="http://schemas.openxmlformats.org/drawingml/2006/main">
              <a:ext uri="{FF2B5EF4-FFF2-40B4-BE49-F238E27FC236}">
                <a16:creationId xmlns:a16="http://schemas.microsoft.com/office/drawing/2014/main" id="{75499652-E3E7-4A9A-82BD-370B302030D8}"/>
              </a:ext>
            </a:extLst>
          </p:cNvPr>
          <p:cNvSpPr>
            <a:spLocks xmlns:a="http://schemas.openxmlformats.org/drawingml/2006/main" noGrp="1"/>
          </p:cNvSpPr>
          <p:nvPr>
            <p:ph type="body" idx="75" hasCustomPrompt="1"/>
          </p:nvPr>
        </p:nvSpPr>
        <p:spPr>
          <a:xfrm xmlns:a="http://schemas.openxmlformats.org/drawingml/2006/main">
            <a:off x="2463106" y="6133070"/>
            <a:ext cx="1473246" cy="26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D050"/>
          </a:soli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100">
                <a:solidFill>
                  <a:schemeClr val="bg1"/>
                </a:solidFill>
                <a:latin typeface="Gisha"/>
                <a:ea typeface="Gisha"/>
                <a:cs typeface="Gisha"/>
              </a:defRPr>
            </a:lvl1pPr>
            <a:lvl2pPr marL="457200" indent="0">
              <a:buNone/>
              <a:defRPr sz="1100">
                <a:solidFill>
                  <a:schemeClr val="bg1"/>
                </a:solidFill>
                <a:latin typeface="Gisha"/>
                <a:ea typeface="Gisha"/>
                <a:cs typeface="Gisha"/>
              </a:defRPr>
            </a:lvl2pPr>
            <a:lvl3pPr marL="914400" indent="0">
              <a:buNone/>
              <a:defRPr sz="1100">
                <a:solidFill>
                  <a:schemeClr val="bg1"/>
                </a:solidFill>
                <a:latin typeface="Gisha"/>
                <a:ea typeface="Gisha"/>
                <a:cs typeface="Gisha"/>
              </a:defRPr>
            </a:lvl3pPr>
            <a:lvl4pPr marL="1371600" indent="0">
              <a:buNone/>
              <a:defRPr sz="1100">
                <a:solidFill>
                  <a:schemeClr val="bg1"/>
                </a:solidFill>
                <a:latin typeface="Gisha"/>
                <a:ea typeface="Gisha"/>
                <a:cs typeface="Gisha"/>
              </a:defRPr>
            </a:lvl4pPr>
            <a:lvl5pPr marL="1828800" indent="0">
              <a:buNone/>
              <a:defRPr sz="1100">
                <a:solidFill>
                  <a:schemeClr val="bg1"/>
                </a:solidFill>
                <a:latin typeface="Gisha"/>
                <a:ea typeface="Gisha"/>
                <a:cs typeface="Gisha"/>
              </a:defRPr>
            </a:lvl5pPr>
          </a:lstStyle>
          <a:p xmlns:a="http://schemas.openxmlformats.org/drawingml/2006/main">
            <a:pPr>
              <a:buNone/>
            </a:pPr>
            <a:r>
              <a:t>Name of Project</a:t>
            </a:r>
          </a:p>
        </p:txBody>
      </p:sp>
      <p:sp>
        <p:nvSpPr>
          <p:cNvPr id="86" name="TextBox 85">
            <a:extLst xmlns:a="http://schemas.openxmlformats.org/drawingml/2006/main">
              <a:ext uri="{FF2B5EF4-FFF2-40B4-BE49-F238E27FC236}">
                <a16:creationId xmlns:a16="http://schemas.microsoft.com/office/drawing/2014/main" id="{AE7349E4-46C5-435E-9F58-119AAE29E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3695" y="6392790"/>
            <a:ext cx="1473799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>
            <a:sp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7" name="Picture Placeholder 13">
            <a:extLst xmlns:a="http://schemas.openxmlformats.org/drawingml/2006/main">
              <a:ext uri="{FF2B5EF4-FFF2-40B4-BE49-F238E27FC236}">
                <a16:creationId xmlns:a16="http://schemas.microsoft.com/office/drawing/2014/main" id="{12CADB72-197E-42AC-B3E9-CABA1218A270}"/>
              </a:ext>
            </a:extLst>
          </p:cNvPr>
          <p:cNvSpPr>
            <a:spLocks xmlns:a="http://schemas.openxmlformats.org/drawingml/2006/main" noGrp="1"/>
          </p:cNvSpPr>
          <p:nvPr>
            <p:ph type="pic" idx="76"/>
          </p:nvPr>
        </p:nvSpPr>
        <p:spPr>
          <a:xfrm xmlns:a="http://schemas.openxmlformats.org/drawingml/2006/main">
            <a:off x="4372463" y="4059457"/>
            <a:ext cx="1473799" cy="210101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200">
                <a:ln>
                  <a:noFill/>
                </a:ln>
                <a:solidFill>
                  <a:schemeClr val="bg1">
                    <a:lumMod val="8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88" name="Text Placeholder 28">
            <a:extLst xmlns:a="http://schemas.openxmlformats.org/drawingml/2006/main">
              <a:ext uri="{FF2B5EF4-FFF2-40B4-BE49-F238E27FC236}">
                <a16:creationId xmlns:a16="http://schemas.microsoft.com/office/drawing/2014/main" id="{F6F840DC-F2DC-45B0-BBE9-F41EB1B9A8BC}"/>
              </a:ext>
            </a:extLst>
          </p:cNvPr>
          <p:cNvSpPr>
            <a:spLocks xmlns:a="http://schemas.openxmlformats.org/drawingml/2006/main" noGrp="1"/>
          </p:cNvSpPr>
          <p:nvPr>
            <p:ph type="body" idx="77" hasCustomPrompt="1"/>
          </p:nvPr>
        </p:nvSpPr>
        <p:spPr>
          <a:xfrm xmlns:a="http://schemas.openxmlformats.org/drawingml/2006/main">
            <a:off x="4372463" y="6139439"/>
            <a:ext cx="1473246" cy="26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100">
                <a:solidFill>
                  <a:schemeClr val="bg1"/>
                </a:solidFill>
                <a:latin typeface="Gisha"/>
                <a:ea typeface="Gisha"/>
                <a:cs typeface="Gisha"/>
              </a:defRPr>
            </a:lvl1pPr>
            <a:lvl2pPr marL="457200" indent="0">
              <a:buNone/>
              <a:defRPr sz="1100">
                <a:solidFill>
                  <a:schemeClr val="bg1"/>
                </a:solidFill>
                <a:latin typeface="Gisha"/>
                <a:ea typeface="Gisha"/>
                <a:cs typeface="Gisha"/>
              </a:defRPr>
            </a:lvl2pPr>
            <a:lvl3pPr marL="914400" indent="0">
              <a:buNone/>
              <a:defRPr sz="1100">
                <a:solidFill>
                  <a:schemeClr val="bg1"/>
                </a:solidFill>
                <a:latin typeface="Gisha"/>
                <a:ea typeface="Gisha"/>
                <a:cs typeface="Gisha"/>
              </a:defRPr>
            </a:lvl3pPr>
            <a:lvl4pPr marL="1371600" indent="0">
              <a:buNone/>
              <a:defRPr sz="1100">
                <a:solidFill>
                  <a:schemeClr val="bg1"/>
                </a:solidFill>
                <a:latin typeface="Gisha"/>
                <a:ea typeface="Gisha"/>
                <a:cs typeface="Gisha"/>
              </a:defRPr>
            </a:lvl4pPr>
            <a:lvl5pPr marL="1828800" indent="0">
              <a:buNone/>
              <a:defRPr sz="1100">
                <a:solidFill>
                  <a:schemeClr val="bg1"/>
                </a:solidFill>
                <a:latin typeface="Gisha"/>
                <a:ea typeface="Gisha"/>
                <a:cs typeface="Gisha"/>
              </a:defRPr>
            </a:lvl5pPr>
          </a:lstStyle>
          <a:p xmlns:a="http://schemas.openxmlformats.org/drawingml/2006/main">
            <a:pPr>
              <a:buNone/>
            </a:pPr>
            <a:r>
              <a:t>Name of Project</a:t>
            </a:r>
          </a:p>
        </p:txBody>
      </p:sp>
      <p:sp>
        <p:nvSpPr>
          <p:cNvPr id="89" name="TextBox 88">
            <a:extLst xmlns:a="http://schemas.openxmlformats.org/drawingml/2006/main">
              <a:ext uri="{FF2B5EF4-FFF2-40B4-BE49-F238E27FC236}">
                <a16:creationId xmlns:a16="http://schemas.microsoft.com/office/drawing/2014/main" id="{A2AF47AA-5137-4102-AE17-7D4657ECA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3565" y="6392790"/>
            <a:ext cx="1473799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>
            <a:sp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90" name="Text Placeholder 28">
            <a:extLst xmlns:a="http://schemas.openxmlformats.org/drawingml/2006/main">
              <a:ext uri="{FF2B5EF4-FFF2-40B4-BE49-F238E27FC236}">
                <a16:creationId xmlns:a16="http://schemas.microsoft.com/office/drawing/2014/main" id="{86E2BEAD-169E-455B-BDC1-5F35A9A9AF80}"/>
              </a:ext>
            </a:extLst>
          </p:cNvPr>
          <p:cNvSpPr>
            <a:spLocks xmlns:a="http://schemas.openxmlformats.org/drawingml/2006/main" noGrp="1"/>
          </p:cNvSpPr>
          <p:nvPr>
            <p:ph type="body" idx="78" hasCustomPrompt="1"/>
          </p:nvPr>
        </p:nvSpPr>
        <p:spPr>
          <a:xfrm xmlns:a="http://schemas.openxmlformats.org/drawingml/2006/main">
            <a:off x="2463106" y="6390880"/>
            <a:ext cx="1473246" cy="28850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100">
                <a:solidFill>
                  <a:schemeClr val="tx1"/>
                </a:solidFill>
                <a:latin typeface="Gisha"/>
                <a:ea typeface="Gisha"/>
                <a:cs typeface="Gisha"/>
              </a:defRPr>
            </a:lvl1pPr>
            <a:lvl2pPr marL="457200" indent="0">
              <a:buNone/>
              <a:defRPr sz="1100">
                <a:solidFill>
                  <a:schemeClr val="bg1"/>
                </a:solidFill>
                <a:latin typeface="Gisha"/>
                <a:ea typeface="Gisha"/>
                <a:cs typeface="Gisha"/>
              </a:defRPr>
            </a:lvl2pPr>
            <a:lvl3pPr marL="914400" indent="0">
              <a:buNone/>
              <a:defRPr sz="1100">
                <a:solidFill>
                  <a:schemeClr val="bg1"/>
                </a:solidFill>
                <a:latin typeface="Gisha"/>
                <a:ea typeface="Gisha"/>
                <a:cs typeface="Gisha"/>
              </a:defRPr>
            </a:lvl3pPr>
            <a:lvl4pPr marL="1371600" indent="0">
              <a:buNone/>
              <a:defRPr sz="1100">
                <a:solidFill>
                  <a:schemeClr val="bg1"/>
                </a:solidFill>
                <a:latin typeface="Gisha"/>
                <a:ea typeface="Gisha"/>
                <a:cs typeface="Gisha"/>
              </a:defRPr>
            </a:lvl4pPr>
            <a:lvl5pPr marL="1828800" indent="0">
              <a:buNone/>
              <a:defRPr sz="1100">
                <a:solidFill>
                  <a:schemeClr val="bg1"/>
                </a:solidFill>
                <a:latin typeface="Gisha"/>
                <a:ea typeface="Gisha"/>
                <a:cs typeface="Gisha"/>
              </a:defRPr>
            </a:lvl5pPr>
          </a:lstStyle>
          <a:p xmlns:a="http://schemas.openxmlformats.org/drawingml/2006/main">
            <a:pPr>
              <a:buNone/>
            </a:pPr>
            <a:r>
              <a:t>Services Provided</a:t>
            </a:r>
          </a:p>
        </p:txBody>
      </p:sp>
      <p:sp>
        <p:nvSpPr>
          <p:cNvPr id="91" name="Picture Placeholder 13">
            <a:extLst xmlns:a="http://schemas.openxmlformats.org/drawingml/2006/main">
              <a:ext uri="{FF2B5EF4-FFF2-40B4-BE49-F238E27FC236}">
                <a16:creationId xmlns:a16="http://schemas.microsoft.com/office/drawing/2014/main" id="{C3E5B8F4-B0FC-4A35-B5CD-1F450F086665}"/>
              </a:ext>
            </a:extLst>
          </p:cNvPr>
          <p:cNvSpPr>
            <a:spLocks xmlns:a="http://schemas.openxmlformats.org/drawingml/2006/main" noGrp="1"/>
          </p:cNvSpPr>
          <p:nvPr>
            <p:ph type="pic" idx="79"/>
          </p:nvPr>
        </p:nvSpPr>
        <p:spPr>
          <a:xfrm xmlns:a="http://schemas.openxmlformats.org/drawingml/2006/main">
            <a:off x="6259219" y="4078077"/>
            <a:ext cx="1473799" cy="210101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200">
                <a:ln>
                  <a:noFill/>
                </a:ln>
                <a:solidFill>
                  <a:schemeClr val="bg1">
                    <a:lumMod val="8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92" name="Text Placeholder 28">
            <a:extLst xmlns:a="http://schemas.openxmlformats.org/drawingml/2006/main">
              <a:ext uri="{FF2B5EF4-FFF2-40B4-BE49-F238E27FC236}">
                <a16:creationId xmlns:a16="http://schemas.microsoft.com/office/drawing/2014/main" id="{98B0CA07-419C-4B44-995C-FAFD647A3419}"/>
              </a:ext>
            </a:extLst>
          </p:cNvPr>
          <p:cNvSpPr>
            <a:spLocks xmlns:a="http://schemas.openxmlformats.org/drawingml/2006/main" noGrp="1"/>
          </p:cNvSpPr>
          <p:nvPr>
            <p:ph type="body" idx="80" hasCustomPrompt="1"/>
          </p:nvPr>
        </p:nvSpPr>
        <p:spPr>
          <a:xfrm xmlns:a="http://schemas.openxmlformats.org/drawingml/2006/main">
            <a:off x="6259219" y="6158059"/>
            <a:ext cx="1473246" cy="26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00"/>
          </a:soli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100">
                <a:solidFill>
                  <a:schemeClr val="bg1"/>
                </a:solidFill>
                <a:latin typeface="Gisha"/>
                <a:ea typeface="Gisha"/>
                <a:cs typeface="Gisha"/>
              </a:defRPr>
            </a:lvl1pPr>
            <a:lvl2pPr marL="457200" indent="0">
              <a:buNone/>
              <a:defRPr sz="1100">
                <a:solidFill>
                  <a:schemeClr val="bg1"/>
                </a:solidFill>
                <a:latin typeface="Gisha"/>
                <a:ea typeface="Gisha"/>
                <a:cs typeface="Gisha"/>
              </a:defRPr>
            </a:lvl2pPr>
            <a:lvl3pPr marL="914400" indent="0">
              <a:buNone/>
              <a:defRPr sz="1100">
                <a:solidFill>
                  <a:schemeClr val="bg1"/>
                </a:solidFill>
                <a:latin typeface="Gisha"/>
                <a:ea typeface="Gisha"/>
                <a:cs typeface="Gisha"/>
              </a:defRPr>
            </a:lvl3pPr>
            <a:lvl4pPr marL="1371600" indent="0">
              <a:buNone/>
              <a:defRPr sz="1100">
                <a:solidFill>
                  <a:schemeClr val="bg1"/>
                </a:solidFill>
                <a:latin typeface="Gisha"/>
                <a:ea typeface="Gisha"/>
                <a:cs typeface="Gisha"/>
              </a:defRPr>
            </a:lvl4pPr>
            <a:lvl5pPr marL="1828800" indent="0">
              <a:buNone/>
              <a:defRPr sz="1100">
                <a:solidFill>
                  <a:schemeClr val="bg1"/>
                </a:solidFill>
                <a:latin typeface="Gisha"/>
                <a:ea typeface="Gisha"/>
                <a:cs typeface="Gisha"/>
              </a:defRPr>
            </a:lvl5pPr>
          </a:lstStyle>
          <a:p xmlns:a="http://schemas.openxmlformats.org/drawingml/2006/main">
            <a:pPr>
              <a:buNone/>
            </a:pPr>
            <a:r>
              <a:t>Name of Project</a:t>
            </a:r>
          </a:p>
        </p:txBody>
      </p:sp>
      <p:sp>
        <p:nvSpPr>
          <p:cNvPr id="93" name="TextBox 92">
            <a:extLst xmlns:a="http://schemas.openxmlformats.org/drawingml/2006/main">
              <a:ext uri="{FF2B5EF4-FFF2-40B4-BE49-F238E27FC236}">
                <a16:creationId xmlns:a16="http://schemas.microsoft.com/office/drawing/2014/main" id="{EF430D4A-9ECD-4118-BDF0-D77A475C0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9839" y="6417779"/>
            <a:ext cx="1473799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>
            <a:sp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94" name="TextBox 93">
            <a:extLst xmlns:a="http://schemas.openxmlformats.org/drawingml/2006/main">
              <a:ext uri="{FF2B5EF4-FFF2-40B4-BE49-F238E27FC236}">
                <a16:creationId xmlns:a16="http://schemas.microsoft.com/office/drawing/2014/main" id="{381D3FD8-1123-445D-AB40-0FF676E0D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3872" y="6392790"/>
            <a:ext cx="1473799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>
            <a:sp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95" name="Text Placeholder 28">
            <a:extLst xmlns:a="http://schemas.openxmlformats.org/drawingml/2006/main">
              <a:ext uri="{FF2B5EF4-FFF2-40B4-BE49-F238E27FC236}">
                <a16:creationId xmlns:a16="http://schemas.microsoft.com/office/drawing/2014/main" id="{2D88C531-B8DC-4227-9996-C7E596EAF22B}"/>
              </a:ext>
            </a:extLst>
          </p:cNvPr>
          <p:cNvSpPr>
            <a:spLocks xmlns:a="http://schemas.openxmlformats.org/drawingml/2006/main" noGrp="1"/>
          </p:cNvSpPr>
          <p:nvPr>
            <p:ph type="body" idx="81" hasCustomPrompt="1"/>
          </p:nvPr>
        </p:nvSpPr>
        <p:spPr>
          <a:xfrm xmlns:a="http://schemas.openxmlformats.org/drawingml/2006/main">
            <a:off x="4372770" y="6397249"/>
            <a:ext cx="1473246" cy="28850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100">
                <a:solidFill>
                  <a:schemeClr val="tx1"/>
                </a:solidFill>
                <a:latin typeface="Gisha"/>
                <a:ea typeface="Gisha"/>
                <a:cs typeface="Gisha"/>
              </a:defRPr>
            </a:lvl1pPr>
            <a:lvl2pPr marL="457200" indent="0">
              <a:buNone/>
              <a:defRPr sz="1100">
                <a:solidFill>
                  <a:schemeClr val="bg1"/>
                </a:solidFill>
                <a:latin typeface="Gisha"/>
                <a:ea typeface="Gisha"/>
                <a:cs typeface="Gisha"/>
              </a:defRPr>
            </a:lvl2pPr>
            <a:lvl3pPr marL="914400" indent="0">
              <a:buNone/>
              <a:defRPr sz="1100">
                <a:solidFill>
                  <a:schemeClr val="bg1"/>
                </a:solidFill>
                <a:latin typeface="Gisha"/>
                <a:ea typeface="Gisha"/>
                <a:cs typeface="Gisha"/>
              </a:defRPr>
            </a:lvl3pPr>
            <a:lvl4pPr marL="1371600" indent="0">
              <a:buNone/>
              <a:defRPr sz="1100">
                <a:solidFill>
                  <a:schemeClr val="bg1"/>
                </a:solidFill>
                <a:latin typeface="Gisha"/>
                <a:ea typeface="Gisha"/>
                <a:cs typeface="Gisha"/>
              </a:defRPr>
            </a:lvl4pPr>
            <a:lvl5pPr marL="1828800" indent="0">
              <a:buNone/>
              <a:defRPr sz="1100">
                <a:solidFill>
                  <a:schemeClr val="bg1"/>
                </a:solidFill>
                <a:latin typeface="Gisha"/>
                <a:ea typeface="Gisha"/>
                <a:cs typeface="Gisha"/>
              </a:defRPr>
            </a:lvl5pPr>
          </a:lstStyle>
          <a:p xmlns:a="http://schemas.openxmlformats.org/drawingml/2006/main">
            <a:pPr>
              <a:buNone/>
            </a:pPr>
            <a:r>
              <a:t>Services Provided</a:t>
            </a:r>
          </a:p>
        </p:txBody>
      </p:sp>
      <p:sp>
        <p:nvSpPr>
          <p:cNvPr id="96" name="TextBox 95">
            <a:extLst xmlns:a="http://schemas.openxmlformats.org/drawingml/2006/main">
              <a:ext uri="{FF2B5EF4-FFF2-40B4-BE49-F238E27FC236}">
                <a16:creationId xmlns:a16="http://schemas.microsoft.com/office/drawing/2014/main" id="{3C72863F-74F7-4618-8710-1E2E97A6C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2611" y="6422229"/>
            <a:ext cx="1473799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>
            <a:sp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97" name="Text Placeholder 28">
            <a:extLst xmlns:a="http://schemas.openxmlformats.org/drawingml/2006/main">
              <a:ext uri="{FF2B5EF4-FFF2-40B4-BE49-F238E27FC236}">
                <a16:creationId xmlns:a16="http://schemas.microsoft.com/office/drawing/2014/main" id="{ED51C606-9DC0-4DA0-8F28-D0FC401A15AA}"/>
              </a:ext>
            </a:extLst>
          </p:cNvPr>
          <p:cNvSpPr>
            <a:spLocks xmlns:a="http://schemas.openxmlformats.org/drawingml/2006/main" noGrp="1"/>
          </p:cNvSpPr>
          <p:nvPr>
            <p:ph type="body" idx="82" hasCustomPrompt="1"/>
          </p:nvPr>
        </p:nvSpPr>
        <p:spPr>
          <a:xfrm xmlns:a="http://schemas.openxmlformats.org/drawingml/2006/main">
            <a:off x="6261991" y="6420319"/>
            <a:ext cx="1473246" cy="28850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100">
                <a:solidFill>
                  <a:schemeClr val="tx1"/>
                </a:solidFill>
                <a:latin typeface="Gisha"/>
                <a:ea typeface="Gisha"/>
                <a:cs typeface="Gisha"/>
              </a:defRPr>
            </a:lvl1pPr>
            <a:lvl2pPr marL="457200" indent="0">
              <a:buNone/>
              <a:defRPr sz="1100">
                <a:solidFill>
                  <a:schemeClr val="bg1"/>
                </a:solidFill>
                <a:latin typeface="Gisha"/>
                <a:ea typeface="Gisha"/>
                <a:cs typeface="Gisha"/>
              </a:defRPr>
            </a:lvl2pPr>
            <a:lvl3pPr marL="914400" indent="0">
              <a:buNone/>
              <a:defRPr sz="1100">
                <a:solidFill>
                  <a:schemeClr val="bg1"/>
                </a:solidFill>
                <a:latin typeface="Gisha"/>
                <a:ea typeface="Gisha"/>
                <a:cs typeface="Gisha"/>
              </a:defRPr>
            </a:lvl3pPr>
            <a:lvl4pPr marL="1371600" indent="0">
              <a:buNone/>
              <a:defRPr sz="1100">
                <a:solidFill>
                  <a:schemeClr val="bg1"/>
                </a:solidFill>
                <a:latin typeface="Gisha"/>
                <a:ea typeface="Gisha"/>
                <a:cs typeface="Gisha"/>
              </a:defRPr>
            </a:lvl4pPr>
            <a:lvl5pPr marL="1828800" indent="0">
              <a:buNone/>
              <a:defRPr sz="1100">
                <a:solidFill>
                  <a:schemeClr val="bg1"/>
                </a:solidFill>
                <a:latin typeface="Gisha"/>
                <a:ea typeface="Gisha"/>
                <a:cs typeface="Gisha"/>
              </a:defRPr>
            </a:lvl5pPr>
          </a:lstStyle>
          <a:p xmlns:a="http://schemas.openxmlformats.org/drawingml/2006/main">
            <a:pPr>
              <a:buNone/>
            </a:pPr>
            <a:r>
              <a:t>Services Provided</a:t>
            </a:r>
          </a:p>
        </p:txBody>
      </p:sp>
      <p:sp>
        <p:nvSpPr>
          <p:cNvPr id="98" name="Picture Placeholder 13">
            <a:extLst xmlns:a="http://schemas.openxmlformats.org/drawingml/2006/main">
              <a:ext uri="{FF2B5EF4-FFF2-40B4-BE49-F238E27FC236}">
                <a16:creationId xmlns:a16="http://schemas.microsoft.com/office/drawing/2014/main" id="{FD008A28-253B-40E9-8453-ECD26E026C78}"/>
              </a:ext>
            </a:extLst>
          </p:cNvPr>
          <p:cNvSpPr>
            <a:spLocks xmlns:a="http://schemas.openxmlformats.org/drawingml/2006/main" noGrp="1"/>
          </p:cNvSpPr>
          <p:nvPr>
            <p:ph type="pic" idx="83"/>
          </p:nvPr>
        </p:nvSpPr>
        <p:spPr>
          <a:xfrm xmlns:a="http://schemas.openxmlformats.org/drawingml/2006/main">
            <a:off x="8119218" y="4078077"/>
            <a:ext cx="1473799" cy="210101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200">
                <a:ln>
                  <a:noFill/>
                </a:ln>
                <a:solidFill>
                  <a:schemeClr val="bg1">
                    <a:lumMod val="8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99" name="Text Placeholder 28">
            <a:extLst xmlns:a="http://schemas.openxmlformats.org/drawingml/2006/main">
              <a:ext uri="{FF2B5EF4-FFF2-40B4-BE49-F238E27FC236}">
                <a16:creationId xmlns:a16="http://schemas.microsoft.com/office/drawing/2014/main" id="{948D135F-54DF-4451-BFCD-A1495A447D82}"/>
              </a:ext>
            </a:extLst>
          </p:cNvPr>
          <p:cNvSpPr>
            <a:spLocks xmlns:a="http://schemas.openxmlformats.org/drawingml/2006/main" noGrp="1"/>
          </p:cNvSpPr>
          <p:nvPr>
            <p:ph type="body" idx="84" hasCustomPrompt="1"/>
          </p:nvPr>
        </p:nvSpPr>
        <p:spPr>
          <a:xfrm xmlns:a="http://schemas.openxmlformats.org/drawingml/2006/main">
            <a:off x="8119218" y="6158059"/>
            <a:ext cx="1473246" cy="26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100">
                <a:solidFill>
                  <a:schemeClr val="bg1"/>
                </a:solidFill>
                <a:latin typeface="Gisha"/>
                <a:ea typeface="Gisha"/>
                <a:cs typeface="Gisha"/>
              </a:defRPr>
            </a:lvl1pPr>
            <a:lvl2pPr marL="457200" indent="0">
              <a:buNone/>
              <a:defRPr sz="1100">
                <a:solidFill>
                  <a:schemeClr val="bg1"/>
                </a:solidFill>
                <a:latin typeface="Gisha"/>
                <a:ea typeface="Gisha"/>
                <a:cs typeface="Gisha"/>
              </a:defRPr>
            </a:lvl2pPr>
            <a:lvl3pPr marL="914400" indent="0">
              <a:buNone/>
              <a:defRPr sz="1100">
                <a:solidFill>
                  <a:schemeClr val="bg1"/>
                </a:solidFill>
                <a:latin typeface="Gisha"/>
                <a:ea typeface="Gisha"/>
                <a:cs typeface="Gisha"/>
              </a:defRPr>
            </a:lvl3pPr>
            <a:lvl4pPr marL="1371600" indent="0">
              <a:buNone/>
              <a:defRPr sz="1100">
                <a:solidFill>
                  <a:schemeClr val="bg1"/>
                </a:solidFill>
                <a:latin typeface="Gisha"/>
                <a:ea typeface="Gisha"/>
                <a:cs typeface="Gisha"/>
              </a:defRPr>
            </a:lvl4pPr>
            <a:lvl5pPr marL="1828800" indent="0">
              <a:buNone/>
              <a:defRPr sz="1100">
                <a:solidFill>
                  <a:schemeClr val="bg1"/>
                </a:solidFill>
                <a:latin typeface="Gisha"/>
                <a:ea typeface="Gisha"/>
                <a:cs typeface="Gisha"/>
              </a:defRPr>
            </a:lvl5pPr>
          </a:lstStyle>
          <a:p xmlns:a="http://schemas.openxmlformats.org/drawingml/2006/main">
            <a:pPr>
              <a:buNone/>
            </a:pPr>
            <a:r>
              <a:t>Name of Project</a:t>
            </a:r>
          </a:p>
        </p:txBody>
      </p:sp>
      <p:sp>
        <p:nvSpPr>
          <p:cNvPr id="100" name="Text Placeholder 28">
            <a:extLst xmlns:a="http://schemas.openxmlformats.org/drawingml/2006/main">
              <a:ext uri="{FF2B5EF4-FFF2-40B4-BE49-F238E27FC236}">
                <a16:creationId xmlns:a16="http://schemas.microsoft.com/office/drawing/2014/main" id="{0138376B-7994-4C28-8AEF-F233C1BD0813}"/>
              </a:ext>
            </a:extLst>
          </p:cNvPr>
          <p:cNvSpPr>
            <a:spLocks xmlns:a="http://schemas.openxmlformats.org/drawingml/2006/main" noGrp="1"/>
          </p:cNvSpPr>
          <p:nvPr>
            <p:ph type="body" idx="85" hasCustomPrompt="1"/>
          </p:nvPr>
        </p:nvSpPr>
        <p:spPr>
          <a:xfrm xmlns:a="http://schemas.openxmlformats.org/drawingml/2006/main">
            <a:off x="8121990" y="6420319"/>
            <a:ext cx="1473246" cy="28850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100">
                <a:solidFill>
                  <a:schemeClr val="tx1"/>
                </a:solidFill>
                <a:latin typeface="Gisha"/>
                <a:ea typeface="Gisha"/>
                <a:cs typeface="Gisha"/>
              </a:defRPr>
            </a:lvl1pPr>
            <a:lvl2pPr marL="457200" indent="0">
              <a:buNone/>
              <a:defRPr sz="1100">
                <a:solidFill>
                  <a:schemeClr val="bg1"/>
                </a:solidFill>
                <a:latin typeface="Gisha"/>
                <a:ea typeface="Gisha"/>
                <a:cs typeface="Gisha"/>
              </a:defRPr>
            </a:lvl2pPr>
            <a:lvl3pPr marL="914400" indent="0">
              <a:buNone/>
              <a:defRPr sz="1100">
                <a:solidFill>
                  <a:schemeClr val="bg1"/>
                </a:solidFill>
                <a:latin typeface="Gisha"/>
                <a:ea typeface="Gisha"/>
                <a:cs typeface="Gisha"/>
              </a:defRPr>
            </a:lvl3pPr>
            <a:lvl4pPr marL="1371600" indent="0">
              <a:buNone/>
              <a:defRPr sz="1100">
                <a:solidFill>
                  <a:schemeClr val="bg1"/>
                </a:solidFill>
                <a:latin typeface="Gisha"/>
                <a:ea typeface="Gisha"/>
                <a:cs typeface="Gisha"/>
              </a:defRPr>
            </a:lvl4pPr>
            <a:lvl5pPr marL="1828800" indent="0">
              <a:buNone/>
              <a:defRPr sz="1100">
                <a:solidFill>
                  <a:schemeClr val="bg1"/>
                </a:solidFill>
                <a:latin typeface="Gisha"/>
                <a:ea typeface="Gisha"/>
                <a:cs typeface="Gisha"/>
              </a:defRPr>
            </a:lvl5pPr>
          </a:lstStyle>
          <a:p xmlns:a="http://schemas.openxmlformats.org/drawingml/2006/main">
            <a:pPr>
              <a:buNone/>
            </a:pPr>
            <a:r>
              <a:t>Services Provided</a:t>
            </a:r>
          </a:p>
        </p:txBody>
      </p:sp>
      <p:sp>
        <p:nvSpPr>
          <p:cNvPr id="101" name="Picture Placeholder 13">
            <a:extLst xmlns:a="http://schemas.openxmlformats.org/drawingml/2006/main">
              <a:ext uri="{FF2B5EF4-FFF2-40B4-BE49-F238E27FC236}">
                <a16:creationId xmlns:a16="http://schemas.microsoft.com/office/drawing/2014/main" id="{9EE32030-A453-4378-BC20-6A8E4ACB41F2}"/>
              </a:ext>
            </a:extLst>
          </p:cNvPr>
          <p:cNvSpPr>
            <a:spLocks xmlns:a="http://schemas.openxmlformats.org/drawingml/2006/main" noGrp="1"/>
          </p:cNvSpPr>
          <p:nvPr>
            <p:ph type="pic" idx="86"/>
          </p:nvPr>
        </p:nvSpPr>
        <p:spPr>
          <a:xfrm xmlns:a="http://schemas.openxmlformats.org/drawingml/2006/main">
            <a:off x="10062790" y="4078077"/>
            <a:ext cx="1473799" cy="210101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200">
                <a:ln>
                  <a:noFill/>
                </a:ln>
                <a:solidFill>
                  <a:schemeClr val="bg1">
                    <a:lumMod val="8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102" name="Text Placeholder 28">
            <a:extLst xmlns:a="http://schemas.openxmlformats.org/drawingml/2006/main">
              <a:ext uri="{FF2B5EF4-FFF2-40B4-BE49-F238E27FC236}">
                <a16:creationId xmlns:a16="http://schemas.microsoft.com/office/drawing/2014/main" id="{27915580-9C39-4971-959E-D3AD6E98B58D}"/>
              </a:ext>
            </a:extLst>
          </p:cNvPr>
          <p:cNvSpPr>
            <a:spLocks xmlns:a="http://schemas.openxmlformats.org/drawingml/2006/main" noGrp="1"/>
          </p:cNvSpPr>
          <p:nvPr>
            <p:ph type="body" idx="87" hasCustomPrompt="1"/>
          </p:nvPr>
        </p:nvSpPr>
        <p:spPr>
          <a:xfrm xmlns:a="http://schemas.openxmlformats.org/drawingml/2006/main">
            <a:off x="10062790" y="6158059"/>
            <a:ext cx="1473246" cy="26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D050"/>
          </a:soli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100">
                <a:solidFill>
                  <a:schemeClr val="bg1"/>
                </a:solidFill>
                <a:latin typeface="Gisha"/>
                <a:ea typeface="Gisha"/>
                <a:cs typeface="Gisha"/>
              </a:defRPr>
            </a:lvl1pPr>
            <a:lvl2pPr marL="457200" indent="0">
              <a:buNone/>
              <a:defRPr sz="1100">
                <a:solidFill>
                  <a:schemeClr val="bg1"/>
                </a:solidFill>
                <a:latin typeface="Gisha"/>
                <a:ea typeface="Gisha"/>
                <a:cs typeface="Gisha"/>
              </a:defRPr>
            </a:lvl2pPr>
            <a:lvl3pPr marL="914400" indent="0">
              <a:buNone/>
              <a:defRPr sz="1100">
                <a:solidFill>
                  <a:schemeClr val="bg1"/>
                </a:solidFill>
                <a:latin typeface="Gisha"/>
                <a:ea typeface="Gisha"/>
                <a:cs typeface="Gisha"/>
              </a:defRPr>
            </a:lvl3pPr>
            <a:lvl4pPr marL="1371600" indent="0">
              <a:buNone/>
              <a:defRPr sz="1100">
                <a:solidFill>
                  <a:schemeClr val="bg1"/>
                </a:solidFill>
                <a:latin typeface="Gisha"/>
                <a:ea typeface="Gisha"/>
                <a:cs typeface="Gisha"/>
              </a:defRPr>
            </a:lvl4pPr>
            <a:lvl5pPr marL="1828800" indent="0">
              <a:buNone/>
              <a:defRPr sz="1100">
                <a:solidFill>
                  <a:schemeClr val="bg1"/>
                </a:solidFill>
                <a:latin typeface="Gisha"/>
                <a:ea typeface="Gisha"/>
                <a:cs typeface="Gisha"/>
              </a:defRPr>
            </a:lvl5pPr>
          </a:lstStyle>
          <a:p xmlns:a="http://schemas.openxmlformats.org/drawingml/2006/main">
            <a:pPr>
              <a:buNone/>
            </a:pPr>
            <a:r>
              <a:t>Name of Project</a:t>
            </a:r>
          </a:p>
        </p:txBody>
      </p:sp>
      <p:sp>
        <p:nvSpPr>
          <p:cNvPr id="103" name="Text Placeholder 28">
            <a:extLst xmlns:a="http://schemas.openxmlformats.org/drawingml/2006/main">
              <a:ext uri="{FF2B5EF4-FFF2-40B4-BE49-F238E27FC236}">
                <a16:creationId xmlns:a16="http://schemas.microsoft.com/office/drawing/2014/main" id="{FA5E064C-6CD9-4823-AE4E-7243324952A1}"/>
              </a:ext>
            </a:extLst>
          </p:cNvPr>
          <p:cNvSpPr>
            <a:spLocks xmlns:a="http://schemas.openxmlformats.org/drawingml/2006/main" noGrp="1"/>
          </p:cNvSpPr>
          <p:nvPr>
            <p:ph type="body" idx="88" hasCustomPrompt="1"/>
          </p:nvPr>
        </p:nvSpPr>
        <p:spPr>
          <a:xfrm xmlns:a="http://schemas.openxmlformats.org/drawingml/2006/main">
            <a:off x="10065562" y="6420319"/>
            <a:ext cx="1473246" cy="28850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100">
                <a:solidFill>
                  <a:schemeClr val="tx1"/>
                </a:solidFill>
                <a:latin typeface="Gisha"/>
                <a:ea typeface="Gisha"/>
                <a:cs typeface="Gisha"/>
              </a:defRPr>
            </a:lvl1pPr>
            <a:lvl2pPr marL="457200" indent="0">
              <a:buNone/>
              <a:defRPr sz="1100">
                <a:solidFill>
                  <a:schemeClr val="bg1"/>
                </a:solidFill>
                <a:latin typeface="Gisha"/>
                <a:ea typeface="Gisha"/>
                <a:cs typeface="Gisha"/>
              </a:defRPr>
            </a:lvl2pPr>
            <a:lvl3pPr marL="914400" indent="0">
              <a:buNone/>
              <a:defRPr sz="1100">
                <a:solidFill>
                  <a:schemeClr val="bg1"/>
                </a:solidFill>
                <a:latin typeface="Gisha"/>
                <a:ea typeface="Gisha"/>
                <a:cs typeface="Gisha"/>
              </a:defRPr>
            </a:lvl3pPr>
            <a:lvl4pPr marL="1371600" indent="0">
              <a:buNone/>
              <a:defRPr sz="1100">
                <a:solidFill>
                  <a:schemeClr val="bg1"/>
                </a:solidFill>
                <a:latin typeface="Gisha"/>
                <a:ea typeface="Gisha"/>
                <a:cs typeface="Gisha"/>
              </a:defRPr>
            </a:lvl4pPr>
            <a:lvl5pPr marL="1828800" indent="0">
              <a:buNone/>
              <a:defRPr sz="1100">
                <a:solidFill>
                  <a:schemeClr val="bg1"/>
                </a:solidFill>
                <a:latin typeface="Gisha"/>
                <a:ea typeface="Gisha"/>
                <a:cs typeface="Gisha"/>
              </a:defRPr>
            </a:lvl5pPr>
          </a:lstStyle>
          <a:p xmlns:a="http://schemas.openxmlformats.org/drawingml/2006/main">
            <a:pPr>
              <a:buNone/>
            </a:pPr>
            <a:r>
              <a:t>Services Provided</a:t>
            </a:r>
          </a:p>
        </p:txBody>
      </p:sp>
    </p:spTree>
  </p:cSld>
</p:sldLayout>
</file>

<file path=ppt/slideLayouts/slideLayout21.xml><?xml version="1.0" encoding="utf-8"?>
<p:sldLayout xmlns:p="http://schemas.openxmlformats.org/presentationml/2006/main" preserve="1" userDrawn="1">
  <p:cSld name="4_CaseStudyOverview(3)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Picture Placeholder 13">
            <a:extLst xmlns:a="http://schemas.openxmlformats.org/drawingml/2006/main">
              <a:ext uri="{FF2B5EF4-FFF2-40B4-BE49-F238E27FC236}">
                <a16:creationId xmlns:a16="http://schemas.microsoft.com/office/drawing/2014/main" id="{66E82DE9-575B-4A1A-9ADE-AF9E85043A44}"/>
              </a:ext>
            </a:extLst>
          </p:cNvPr>
          <p:cNvSpPr>
            <a:spLocks xmlns:a="http://schemas.openxmlformats.org/drawingml/2006/main" noGrp="1"/>
          </p:cNvSpPr>
          <p:nvPr>
            <p:ph type="pic" idx="31"/>
          </p:nvPr>
        </p:nvSpPr>
        <p:spPr>
          <a:xfrm xmlns:a="http://schemas.openxmlformats.org/drawingml/2006/main">
            <a:off x="2251583" y="2130457"/>
            <a:ext cx="3838134" cy="227448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000">
                <a:ln>
                  <a:noFill/>
                </a:ln>
                <a:solidFill>
                  <a:schemeClr val="bg1">
                    <a:lumMod val="85000"/>
                  </a:schemeClr>
                </a:solidFill>
              </a:defRPr>
            </a:lvl1pPr>
          </a:lstStyle>
          <a:p xmlns:a="http://schemas.openxmlformats.org/drawingml/2006/main">
            <a:r>
              <a:t>Drag picture to placeholder or click icon to add</a:t>
            </a:r>
          </a:p>
        </p:txBody>
      </p:sp>
      <p:sp>
        <p:nvSpPr>
          <p:cNvPr id="6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CF3B23C-A494-4246-90DC-6743706B97F1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0" y="157163"/>
            <a:ext cx="12191999" cy="528637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3600" b="1">
                <a:solidFill>
                  <a:srgbClr val="023F88"/>
                </a:solidFill>
                <a:latin typeface="Gisha"/>
                <a:ea typeface="Gisha"/>
                <a:cs typeface="Gisha"/>
              </a:defRPr>
            </a:lvl1pPr>
            <a:lvl2pPr>
              <a:buNone/>
              <a:defRPr sz="4000" b="1">
                <a:solidFill>
                  <a:srgbClr val="023F88"/>
                </a:solidFill>
                <a:latin typeface="Gisha"/>
                <a:ea typeface="Gisha"/>
                <a:cs typeface="Gisha"/>
              </a:defRPr>
            </a:lvl2pPr>
            <a:lvl3pPr>
              <a:buNone/>
              <a:defRPr sz="4000" b="1">
                <a:solidFill>
                  <a:srgbClr val="023F88"/>
                </a:solidFill>
                <a:latin typeface="Gisha"/>
                <a:ea typeface="Gisha"/>
                <a:cs typeface="Gisha"/>
              </a:defRPr>
            </a:lvl3pPr>
            <a:lvl4pPr>
              <a:buNone/>
              <a:defRPr sz="4000" b="1">
                <a:solidFill>
                  <a:srgbClr val="023F88"/>
                </a:solidFill>
                <a:latin typeface="Gisha"/>
                <a:ea typeface="Gisha"/>
                <a:cs typeface="Gisha"/>
              </a:defRPr>
            </a:lvl4pPr>
            <a:lvl5pPr>
              <a:buNone/>
              <a:defRPr sz="4000" b="1">
                <a:solidFill>
                  <a:srgbClr val="023F88"/>
                </a:solidFill>
                <a:latin typeface="Gisha"/>
                <a:ea typeface="Gisha"/>
                <a:cs typeface="Gisha"/>
              </a:defRPr>
            </a:lvl5pPr>
          </a:lstStyle>
          <a:p xmlns:a="http://schemas.openxmlformats.org/drawingml/2006/main">
            <a:pPr>
              <a:buNone/>
            </a:pPr>
            <a:r>
              <a:t>TITLE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113A6408-5FC2-47F0-855F-F53907AAE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7836" y="775119"/>
            <a:ext cx="1216325" cy="6901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7EFE645-A4BA-422A-8F78-9405933F9966}"/>
              </a:ext>
            </a:extLst>
          </p:cNvPr>
          <p:cNvSpPr>
            <a:spLocks xmlns:a="http://schemas.openxmlformats.org/drawingml/2006/main" noGrp="1"/>
          </p:cNvSpPr>
          <p:nvPr>
            <p:ph type="body" idx="32" hasCustomPrompt="1"/>
          </p:nvPr>
        </p:nvSpPr>
        <p:spPr>
          <a:xfrm xmlns:a="http://schemas.openxmlformats.org/drawingml/2006/main">
            <a:off x="2251583" y="4404943"/>
            <a:ext cx="3838134" cy="33718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ctr">
              <a:buNone/>
              <a:defRPr sz="1800" b="1">
                <a:solidFill>
                  <a:schemeClr val="bg1"/>
                </a:solidFill>
                <a:latin typeface="Gisha"/>
                <a:ea typeface="Gisha"/>
                <a:cs typeface="Gisha"/>
              </a:defRPr>
            </a:lvl1pPr>
          </a:lstStyle>
          <a:p xmlns:a="http://schemas.openxmlformats.org/drawingml/2006/main">
            <a:pPr>
              <a:buNone/>
            </a:pPr>
            <a:r>
              <a:t>PROJECT NAME</a:t>
            </a:r>
          </a:p>
        </p:txBody>
      </p:sp>
      <p:sp>
        <p:nvSpPr>
          <p:cNvPr id="10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C0507FD-B0DF-445A-8012-FAA33B6F21D3}"/>
              </a:ext>
            </a:extLst>
          </p:cNvPr>
          <p:cNvSpPr>
            <a:spLocks xmlns:a="http://schemas.openxmlformats.org/drawingml/2006/main" noGrp="1"/>
          </p:cNvSpPr>
          <p:nvPr>
            <p:ph type="body" idx="33" hasCustomPrompt="1"/>
          </p:nvPr>
        </p:nvSpPr>
        <p:spPr>
          <a:xfrm xmlns:a="http://schemas.openxmlformats.org/drawingml/2006/main">
            <a:off x="2251583" y="4742131"/>
            <a:ext cx="3838134" cy="3371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l">
              <a:buNone/>
              <a:defRPr sz="1200" b="0">
                <a:solidFill>
                  <a:schemeClr val="tx1"/>
                </a:solidFill>
                <a:latin typeface="Gisha"/>
                <a:ea typeface="Gisha"/>
                <a:cs typeface="Gisha"/>
              </a:defRPr>
            </a:lvl1pPr>
          </a:lstStyle>
          <a:p xmlns:a="http://schemas.openxmlformats.org/drawingml/2006/main">
            <a:pPr>
              <a:buNone/>
            </a:pPr>
            <a:r>
              <a:t>Project brief</a:t>
            </a:r>
          </a:p>
        </p:txBody>
      </p:sp>
      <p:sp>
        <p:nvSpPr>
          <p:cNvPr id="11" name="Picture Placeholder 13">
            <a:extLst xmlns:a="http://schemas.openxmlformats.org/drawingml/2006/main">
              <a:ext uri="{FF2B5EF4-FFF2-40B4-BE49-F238E27FC236}">
                <a16:creationId xmlns:a16="http://schemas.microsoft.com/office/drawing/2014/main" id="{9E25EA5C-F125-469E-8B8A-27D48A9F5747}"/>
              </a:ext>
            </a:extLst>
          </p:cNvPr>
          <p:cNvSpPr>
            <a:spLocks xmlns:a="http://schemas.openxmlformats.org/drawingml/2006/main" noGrp="1"/>
          </p:cNvSpPr>
          <p:nvPr>
            <p:ph type="pic" idx="34"/>
          </p:nvPr>
        </p:nvSpPr>
        <p:spPr>
          <a:xfrm xmlns:a="http://schemas.openxmlformats.org/drawingml/2006/main">
            <a:off x="6200914" y="2130457"/>
            <a:ext cx="3838134" cy="227448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000">
                <a:ln>
                  <a:noFill/>
                </a:ln>
                <a:solidFill>
                  <a:schemeClr val="bg1">
                    <a:lumMod val="85000"/>
                  </a:schemeClr>
                </a:solidFill>
              </a:defRPr>
            </a:lvl1pPr>
          </a:lstStyle>
          <a:p xmlns:a="http://schemas.openxmlformats.org/drawingml/2006/main">
            <a:r>
              <a:t>Drag picture to placeholder or click icon to add</a:t>
            </a:r>
          </a:p>
        </p:txBody>
      </p:sp>
      <p:sp>
        <p:nvSpPr>
          <p:cNvPr id="1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D3AA17D-D221-4EB2-829B-4D3D267F1E7E}"/>
              </a:ext>
            </a:extLst>
          </p:cNvPr>
          <p:cNvSpPr>
            <a:spLocks xmlns:a="http://schemas.openxmlformats.org/drawingml/2006/main" noGrp="1"/>
          </p:cNvSpPr>
          <p:nvPr>
            <p:ph type="body" idx="36" hasCustomPrompt="1"/>
          </p:nvPr>
        </p:nvSpPr>
        <p:spPr>
          <a:xfrm xmlns:a="http://schemas.openxmlformats.org/drawingml/2006/main">
            <a:off x="6200914" y="4404943"/>
            <a:ext cx="3838134" cy="33718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ctr">
              <a:buNone/>
              <a:defRPr sz="1800" b="1">
                <a:solidFill>
                  <a:schemeClr val="bg1"/>
                </a:solidFill>
                <a:latin typeface="Gisha"/>
                <a:ea typeface="Gisha"/>
                <a:cs typeface="Gisha"/>
              </a:defRPr>
            </a:lvl1pPr>
          </a:lstStyle>
          <a:p xmlns:a="http://schemas.openxmlformats.org/drawingml/2006/main">
            <a:pPr>
              <a:buNone/>
            </a:pPr>
            <a:r>
              <a:t>PROJECT NAME</a:t>
            </a:r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231B1181-4B8A-4453-9B2B-BAC4F494002D}"/>
              </a:ext>
            </a:extLst>
          </p:cNvPr>
          <p:cNvSpPr>
            <a:spLocks xmlns:a="http://schemas.openxmlformats.org/drawingml/2006/main" noGrp="1"/>
          </p:cNvSpPr>
          <p:nvPr>
            <p:ph type="body" idx="37" hasCustomPrompt="1"/>
          </p:nvPr>
        </p:nvSpPr>
        <p:spPr>
          <a:xfrm xmlns:a="http://schemas.openxmlformats.org/drawingml/2006/main">
            <a:off x="6200914" y="4742131"/>
            <a:ext cx="3838134" cy="3371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l">
              <a:buNone/>
              <a:defRPr sz="1200" b="0">
                <a:solidFill>
                  <a:schemeClr val="tx1"/>
                </a:solidFill>
                <a:latin typeface="Gisha"/>
                <a:ea typeface="Gisha"/>
                <a:cs typeface="Gisha"/>
              </a:defRPr>
            </a:lvl1pPr>
          </a:lstStyle>
          <a:p xmlns:a="http://schemas.openxmlformats.org/drawingml/2006/main">
            <a:pPr>
              <a:buNone/>
            </a:pPr>
            <a:r>
              <a:t>Project brief</a:t>
            </a:r>
          </a:p>
        </p:txBody>
      </p:sp>
    </p:spTree>
  </p:cSld>
</p:sldLayout>
</file>

<file path=ppt/slideLayouts/slideLayout22.xml><?xml version="1.0" encoding="utf-8"?>
<p:sldLayout xmlns:p="http://schemas.openxmlformats.org/presentationml/2006/main" preserve="1" userDrawn="1">
  <p:cSld name="4_CaseStudySynopsi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6188A015-0F82-42C0-BC56-271F8F1E9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688" y="1086709"/>
            <a:ext cx="1216325" cy="6901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213E882F-32CA-4351-B70C-74E7736CB9A0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674687" y="1306900"/>
            <a:ext cx="6028943" cy="528637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l">
              <a:buNone/>
              <a:defRPr sz="3600" b="1">
                <a:solidFill>
                  <a:srgbClr val="023F88"/>
                </a:solidFill>
                <a:latin typeface="Gisha"/>
                <a:ea typeface="Gisha"/>
                <a:cs typeface="Gisha"/>
              </a:defRPr>
            </a:lvl1pPr>
            <a:lvl2pPr>
              <a:buNone/>
              <a:defRPr sz="4000" b="1">
                <a:solidFill>
                  <a:srgbClr val="023F88"/>
                </a:solidFill>
                <a:latin typeface="Gisha"/>
                <a:ea typeface="Gisha"/>
                <a:cs typeface="Gisha"/>
              </a:defRPr>
            </a:lvl2pPr>
            <a:lvl3pPr>
              <a:buNone/>
              <a:defRPr sz="4000" b="1">
                <a:solidFill>
                  <a:srgbClr val="023F88"/>
                </a:solidFill>
                <a:latin typeface="Gisha"/>
                <a:ea typeface="Gisha"/>
                <a:cs typeface="Gisha"/>
              </a:defRPr>
            </a:lvl3pPr>
            <a:lvl4pPr>
              <a:buNone/>
              <a:defRPr sz="4000" b="1">
                <a:solidFill>
                  <a:srgbClr val="023F88"/>
                </a:solidFill>
                <a:latin typeface="Gisha"/>
                <a:ea typeface="Gisha"/>
                <a:cs typeface="Gisha"/>
              </a:defRPr>
            </a:lvl4pPr>
            <a:lvl5pPr>
              <a:buNone/>
              <a:defRPr sz="4000" b="1">
                <a:solidFill>
                  <a:srgbClr val="023F88"/>
                </a:solidFill>
                <a:latin typeface="Gisha"/>
                <a:ea typeface="Gisha"/>
                <a:cs typeface="Gisha"/>
              </a:defRPr>
            </a:lvl5pPr>
          </a:lstStyle>
          <a:p xmlns:a="http://schemas.openxmlformats.org/drawingml/2006/main">
            <a:pPr>
              <a:buNone/>
            </a:pPr>
            <a:r>
              <a:t>PROJECT NAME</a:t>
            </a:r>
          </a:p>
        </p:txBody>
      </p:sp>
      <p:sp>
        <p:nvSpPr>
          <p:cNvPr id="11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E1734877-9D00-49FE-897E-141A9A7019CC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674686" y="1839079"/>
            <a:ext cx="6028944" cy="295275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l">
              <a:buNone/>
              <a:defRPr sz="1400" b="1" spc="300">
                <a:solidFill>
                  <a:schemeClr val="accent3">
                    <a:lumMod val="50000"/>
                  </a:schemeClr>
                </a:solidFill>
                <a:latin typeface="Gisha"/>
                <a:ea typeface="Gisha"/>
                <a:cs typeface="Gisha"/>
              </a:defRPr>
            </a:lvl1pPr>
            <a:lvl2pPr>
              <a:buNone/>
              <a:defRPr sz="1200">
                <a:latin typeface="Gisha"/>
                <a:ea typeface="Gisha"/>
                <a:cs typeface="Gisha"/>
              </a:defRPr>
            </a:lvl2pPr>
            <a:lvl3pPr>
              <a:buNone/>
              <a:defRPr sz="1200">
                <a:latin typeface="Gisha"/>
                <a:ea typeface="Gisha"/>
                <a:cs typeface="Gisha"/>
              </a:defRPr>
            </a:lvl3pPr>
            <a:lvl4pPr>
              <a:buNone/>
              <a:defRPr sz="1200">
                <a:latin typeface="Gisha"/>
                <a:ea typeface="Gisha"/>
                <a:cs typeface="Gisha"/>
              </a:defRPr>
            </a:lvl4pPr>
            <a:lvl5pPr>
              <a:buNone/>
              <a:defRPr sz="1200">
                <a:latin typeface="Gisha"/>
                <a:ea typeface="Gisha"/>
                <a:cs typeface="Gisha"/>
              </a:defRPr>
            </a:lvl5pPr>
          </a:lstStyle>
          <a:p xmlns:a="http://schemas.openxmlformats.org/drawingml/2006/main">
            <a:pPr>
              <a:buNone/>
            </a:pPr>
            <a:r>
              <a:t>COUNTRY</a:t>
            </a:r>
          </a:p>
        </p:txBody>
      </p:sp>
      <p:sp>
        <p:nvSpPr>
          <p:cNvPr id="12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86A6BB90-E2B2-4371-A791-237763155B08}"/>
              </a:ext>
            </a:extLst>
          </p:cNvPr>
          <p:cNvSpPr>
            <a:spLocks xmlns:a="http://schemas.openxmlformats.org/drawingml/2006/main" noGrp="1"/>
          </p:cNvSpPr>
          <p:nvPr>
            <p:ph type="pic" idx="13"/>
          </p:nvPr>
        </p:nvSpPr>
        <p:spPr>
          <a:xfrm xmlns:a="http://schemas.openxmlformats.org/drawingml/2006/main">
            <a:off x="6703630" y="0"/>
            <a:ext cx="5501073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>
              <a:buNone/>
            </a:pPr>
          </a:p>
        </p:txBody>
      </p:sp>
      <p:graphicFrame>
        <p:nvGraphicFramePr>
          <p:cNvPr id="13" name="Table 12"/>
          <p:cNvGraphicFramePr/>
          <p:nvPr/>
        </p:nvGraphicFramePr>
        <p:xfrm>
          <a:off xmlns:a="http://schemas.openxmlformats.org/drawingml/2006/main" x="674686" y="2355388"/>
          <a:ext xmlns:a="http://schemas.openxmlformats.org/drawingml/2006/main" cx="6028944" cy="148336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028944"/>
              </a:tblGrid>
              <a:tr h="3708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chemeClr val="bg1"/>
                          </a:solidFill>
                          <a:latin typeface="Gisha"/>
                          <a:ea typeface="Gisha"/>
                          <a:cs typeface="Gisha"/>
                        </a:rPr>
                        <a:t>PROJECT TEAM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chemeClr val="tx1"/>
                          </a:solidFill>
                          <a:latin typeface="Gisha"/>
                          <a:ea typeface="Gisha"/>
                          <a:cs typeface="Gisha"/>
                        </a:rPr>
                        <a:t>DEVELOPER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chemeClr val="tx1"/>
                          </a:solidFill>
                          <a:latin typeface="Gisha"/>
                          <a:ea typeface="Gisha"/>
                          <a:cs typeface="Gisha"/>
                        </a:rPr>
                        <a:t>ARCHITECT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chemeClr val="tx1"/>
                          </a:solidFill>
                          <a:latin typeface="Gisha"/>
                          <a:ea typeface="Gisha"/>
                          <a:cs typeface="Gisha"/>
                        </a:rPr>
                        <a:t>MEINHARDT’S ROLE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sp>
        <p:nvSpPr>
          <p:cNvPr id="15" name="Text Placeholder 14">
            <a:extLst xmlns:a="http://schemas.openxmlformats.org/drawingml/2006/main">
              <a:ext uri="{FF2B5EF4-FFF2-40B4-BE49-F238E27FC236}">
                <a16:creationId xmlns:a16="http://schemas.microsoft.com/office/drawing/2014/main" id="{F67AB753-9C3C-470B-BC3C-EF9A0CB357F7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2328863" y="2733774"/>
            <a:ext cx="4374767" cy="273377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200">
                <a:latin typeface="Gisha"/>
                <a:ea typeface="Gisha"/>
                <a:cs typeface="Gisha"/>
              </a:defRPr>
            </a:lvl1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16" name="Text Placeholder 14">
            <a:extLst xmlns:a="http://schemas.openxmlformats.org/drawingml/2006/main">
              <a:ext uri="{FF2B5EF4-FFF2-40B4-BE49-F238E27FC236}">
                <a16:creationId xmlns:a16="http://schemas.microsoft.com/office/drawing/2014/main" id="{6D850A81-9F3A-435B-9431-20E534C3182D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2328863" y="3091531"/>
            <a:ext cx="4374767" cy="273377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200">
                <a:latin typeface="Gisha"/>
                <a:ea typeface="Gisha"/>
                <a:cs typeface="Gisha"/>
              </a:defRPr>
            </a:lvl1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17" name="Text Placeholder 14">
            <a:extLst xmlns:a="http://schemas.openxmlformats.org/drawingml/2006/main">
              <a:ext uri="{FF2B5EF4-FFF2-40B4-BE49-F238E27FC236}">
                <a16:creationId xmlns:a16="http://schemas.microsoft.com/office/drawing/2014/main" id="{522E411D-127E-4404-A54A-1A032941B882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2328863" y="3449288"/>
            <a:ext cx="4374767" cy="273377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200">
                <a:latin typeface="Gisha"/>
                <a:ea typeface="Gisha"/>
                <a:cs typeface="Gisha"/>
              </a:defRPr>
            </a:lvl1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19" name="Text Placeholder 18">
            <a:extLst xmlns:a="http://schemas.openxmlformats.org/drawingml/2006/main">
              <a:ext uri="{FF2B5EF4-FFF2-40B4-BE49-F238E27FC236}">
                <a16:creationId xmlns:a16="http://schemas.microsoft.com/office/drawing/2014/main" id="{3E0B2C8A-F587-4BD5-902D-73A122E3DFA2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674688" y="3923128"/>
            <a:ext cx="6029325" cy="293487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228600" indent="-228600">
              <a:buChar char="§"/>
              <a:defRPr sz="1200">
                <a:latin typeface="Gisha"/>
                <a:ea typeface="Gisha"/>
                <a:cs typeface="Gisha"/>
              </a:defRPr>
            </a:lvl1pPr>
            <a:lvl2pPr marL="685800" indent="-228600">
              <a:buChar char="§"/>
              <a:defRPr sz="1400">
                <a:latin typeface="Gisha"/>
                <a:ea typeface="Gisha"/>
                <a:cs typeface="Gisha"/>
              </a:defRPr>
            </a:lvl2pPr>
            <a:lvl3pPr marL="1143000" indent="-228600">
              <a:buChar char="§"/>
              <a:defRPr sz="1400">
                <a:latin typeface="Gisha"/>
                <a:ea typeface="Gisha"/>
                <a:cs typeface="Gisha"/>
              </a:defRPr>
            </a:lvl3pPr>
            <a:lvl4pPr marL="1600200" indent="-228600">
              <a:buChar char="§"/>
              <a:defRPr sz="1400">
                <a:latin typeface="Gisha"/>
                <a:ea typeface="Gisha"/>
                <a:cs typeface="Gisha"/>
              </a:defRPr>
            </a:lvl4pPr>
            <a:lvl5pPr marL="2057400" indent="-228600">
              <a:buChar char="§"/>
              <a:defRPr sz="1400">
                <a:latin typeface="Gisha"/>
                <a:ea typeface="Gisha"/>
                <a:cs typeface="Gisha"/>
              </a:defRPr>
            </a:lvl5pPr>
          </a:lstStyle>
          <a:p xmlns:a="http://schemas.openxmlformats.org/drawingml/2006/main">
            <a:pPr>
              <a:buNone/>
            </a:pPr>
            <a:r>
              <a:t>Brief Description</a:t>
            </a:r>
          </a:p>
        </p:txBody>
      </p:sp>
    </p:spTree>
  </p:cSld>
</p:sldLayout>
</file>

<file path=ppt/slideLayouts/slideLayout23.xml><?xml version="1.0" encoding="utf-8"?>
<p:sldLayout xmlns:p="http://schemas.openxmlformats.org/presentationml/2006/main" preserve="1" userDrawn="1">
  <p:cSld name="4_CaseStudyChallenge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BEF3B810-0468-4CB4-AA0B-C03E76B93DA4}"/>
              </a:ext>
            </a:extLst>
          </p:cNvPr>
          <p:cNvSpPr>
            <a:spLocks xmlns:a="http://schemas.openxmlformats.org/drawingml/2006/main" noGrp="1"/>
          </p:cNvSpPr>
          <p:nvPr>
            <p:ph type="pic" idx="13"/>
          </p:nvPr>
        </p:nvSpPr>
        <p:spPr>
          <a:xfrm xmlns:a="http://schemas.openxmlformats.org/drawingml/2006/main">
            <a:off x="6703630" y="0"/>
            <a:ext cx="5501073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4E3BCB36-367D-4DA5-BEFD-F26173131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688" y="1086709"/>
            <a:ext cx="1216325" cy="6901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7BA35C3C-0181-400C-A354-551E19EE779B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674688" y="2554302"/>
            <a:ext cx="6028944" cy="295275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l">
              <a:buNone/>
              <a:defRPr sz="1400" b="1" spc="300">
                <a:solidFill>
                  <a:schemeClr val="accent3">
                    <a:lumMod val="50000"/>
                  </a:schemeClr>
                </a:solidFill>
                <a:latin typeface="Gisha"/>
                <a:ea typeface="Gisha"/>
                <a:cs typeface="Gisha"/>
              </a:defRPr>
            </a:lvl1pPr>
            <a:lvl2pPr>
              <a:buNone/>
              <a:defRPr sz="1200">
                <a:latin typeface="Gisha"/>
                <a:ea typeface="Gisha"/>
                <a:cs typeface="Gisha"/>
              </a:defRPr>
            </a:lvl2pPr>
            <a:lvl3pPr>
              <a:buNone/>
              <a:defRPr sz="1200">
                <a:latin typeface="Gisha"/>
                <a:ea typeface="Gisha"/>
                <a:cs typeface="Gisha"/>
              </a:defRPr>
            </a:lvl3pPr>
            <a:lvl4pPr>
              <a:buNone/>
              <a:defRPr sz="1200">
                <a:latin typeface="Gisha"/>
                <a:ea typeface="Gisha"/>
                <a:cs typeface="Gisha"/>
              </a:defRPr>
            </a:lvl4pPr>
            <a:lvl5pPr>
              <a:buNone/>
              <a:defRPr sz="1200">
                <a:latin typeface="Gisha"/>
                <a:ea typeface="Gisha"/>
                <a:cs typeface="Gisha"/>
              </a:defRPr>
            </a:lvl5pPr>
          </a:lstStyle>
          <a:p xmlns:a="http://schemas.openxmlformats.org/drawingml/2006/main">
            <a:pPr>
              <a:buNone/>
            </a:pPr>
            <a:r>
              <a:t>PROJECT NAME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0606E49D-7A5A-4D95-9AD2-E2C265359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688" y="1408839"/>
            <a:ext cx="6028944" cy="11454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 b="1">
                <a:solidFill>
                  <a:schemeClr val="accent1"/>
                </a:solidFill>
                <a:latin typeface="Gisha"/>
                <a:ea typeface="Gisha"/>
                <a:cs typeface="Gisha"/>
              </a:rPr>
              <a:t>KEY ENGINEERING CHALLENGES</a:t>
            </a:r>
          </a:p>
        </p:txBody>
      </p:sp>
    </p:spTree>
  </p:cSld>
</p:sldLayout>
</file>

<file path=ppt/slideLayouts/slideLayout24.xml><?xml version="1.0" encoding="utf-8"?>
<p:sldLayout xmlns:p="http://schemas.openxmlformats.org/presentationml/2006/main" preserve="1" userDrawn="1">
  <p:cSld name="4_CaseStudySolu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86597A43-55B8-4CF9-BD5A-F1F9D022A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3559" y="1753635"/>
            <a:ext cx="875561" cy="605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4000"/>
              </a:lnSpc>
              <a:buNone/>
            </a:pPr>
            <a:r>
              <a:rPr b="1" spc="0">
                <a:solidFill>
                  <a:srgbClr val="003E7E"/>
                </a:solidFill>
                <a:latin typeface="Gisha"/>
                <a:ea typeface="Gisha"/>
                <a:cs typeface="Gisha"/>
              </a:rPr>
              <a:t>AFTER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2A7F555-BC29-4B76-87BE-998B8FA1E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21" y="1753635"/>
            <a:ext cx="1062150" cy="605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4000"/>
              </a:lnSpc>
              <a:buNone/>
            </a:pPr>
            <a:r>
              <a:rPr b="1" spc="0">
                <a:solidFill>
                  <a:srgbClr val="003E7E"/>
                </a:solidFill>
                <a:latin typeface="Gisha"/>
                <a:ea typeface="Gisha"/>
                <a:cs typeface="Gisha"/>
              </a:rPr>
              <a:t>BEFORE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501AB69C-C95D-4B43-A42E-BA5027565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5992" y="1435631"/>
            <a:ext cx="2511571" cy="4247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>
                <a:solidFill>
                  <a:schemeClr val="bg1"/>
                </a:solidFill>
                <a:latin typeface="Gisha"/>
                <a:ea typeface="Gisha"/>
                <a:cs typeface="Gisha"/>
              </a:rPr>
              <a:t>OUTCOME 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A22BF9A3-D62D-4E71-8AB8-8AF05FDE5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7836" y="775119"/>
            <a:ext cx="1216325" cy="6901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429DAF35-A918-4E22-B1C2-080A9FA86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163293"/>
            <a:ext cx="12191999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600" b="1">
                <a:solidFill>
                  <a:srgbClr val="023F88"/>
                </a:solidFill>
                <a:latin typeface="Gisha"/>
                <a:ea typeface="Gisha"/>
                <a:cs typeface="Gisha"/>
              </a:rPr>
              <a:t>OVERCOMING CHALLENGES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50B4D6B7-D564-4958-BF6C-EDB590D59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954906"/>
            <a:ext cx="12192000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 spc="300">
                <a:solidFill>
                  <a:schemeClr val="tx1">
                    <a:lumMod val="75000"/>
                  </a:schemeClr>
                </a:solidFill>
                <a:latin typeface="Gisha"/>
                <a:ea typeface="Gisha"/>
                <a:cs typeface="Gisha"/>
              </a:rPr>
              <a:t>THROUGH INNOVATIVE ENGINEERING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0925957-9EFF-402C-8E15-DF4F4401F9F1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250482" y="1435631"/>
            <a:ext cx="2511571" cy="42473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 marL="0" indent="0" algn="l">
              <a:buNone/>
              <a:defRPr sz="2400" b="1">
                <a:solidFill>
                  <a:schemeClr val="bg1"/>
                </a:solidFill>
                <a:latin typeface="Gisha"/>
                <a:ea typeface="Gisha"/>
                <a:cs typeface="Gisha"/>
              </a:defRPr>
            </a:lvl1pPr>
            <a:lvl2pPr>
              <a:buNone/>
              <a:defRPr sz="4000" b="1">
                <a:solidFill>
                  <a:srgbClr val="023F88"/>
                </a:solidFill>
                <a:latin typeface="Gisha"/>
                <a:ea typeface="Gisha"/>
                <a:cs typeface="Gisha"/>
              </a:defRPr>
            </a:lvl2pPr>
            <a:lvl3pPr>
              <a:buNone/>
              <a:defRPr sz="4000" b="1">
                <a:solidFill>
                  <a:srgbClr val="023F88"/>
                </a:solidFill>
                <a:latin typeface="Gisha"/>
                <a:ea typeface="Gisha"/>
                <a:cs typeface="Gisha"/>
              </a:defRPr>
            </a:lvl3pPr>
            <a:lvl4pPr>
              <a:buNone/>
              <a:defRPr sz="4000" b="1">
                <a:solidFill>
                  <a:srgbClr val="023F88"/>
                </a:solidFill>
                <a:latin typeface="Gisha"/>
                <a:ea typeface="Gisha"/>
                <a:cs typeface="Gisha"/>
              </a:defRPr>
            </a:lvl4pPr>
            <a:lvl5pPr>
              <a:buNone/>
              <a:defRPr sz="4000" b="1">
                <a:solidFill>
                  <a:srgbClr val="023F88"/>
                </a:solidFill>
                <a:latin typeface="Gisha"/>
                <a:ea typeface="Gisha"/>
                <a:cs typeface="Gisha"/>
              </a:defRPr>
            </a:lvl5pPr>
          </a:lstStyle>
          <a:p xmlns:a="http://schemas.openxmlformats.org/drawingml/2006/main">
            <a:pPr>
              <a:buNone/>
            </a:pPr>
            <a:r>
              <a:t>PROJECT NAME</a:t>
            </a:r>
          </a:p>
        </p:txBody>
      </p:sp>
      <p:sp>
        <p:nvSpPr>
          <p:cNvPr id="18" name="Straight Connector 17">
            <a:extLst xmlns:a="http://schemas.openxmlformats.org/drawingml/2006/main">
              <a:ext uri="{FF2B5EF4-FFF2-40B4-BE49-F238E27FC236}">
                <a16:creationId xmlns:a16="http://schemas.microsoft.com/office/drawing/2014/main" id="{40C383E7-231C-4FDC-8289-5FF0A8921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893" y="2021080"/>
            <a:ext cx="0" cy="435144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  <p:sp>
        <p:nvSpPr>
          <p:cNvPr id="19" name="Straight Connector 18">
            <a:extLst xmlns:a="http://schemas.openxmlformats.org/drawingml/2006/main">
              <a:ext uri="{FF2B5EF4-FFF2-40B4-BE49-F238E27FC236}">
                <a16:creationId xmlns:a16="http://schemas.microsoft.com/office/drawing/2014/main" id="{60668455-15A9-4527-AE0B-B090AB464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844" y="1945665"/>
            <a:ext cx="0" cy="435144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</p:spTree>
  </p:cSld>
</p:sldLayout>
</file>

<file path=ppt/slideLayouts/slideLayout25.xml><?xml version="1.0" encoding="utf-8"?>
<p:sldLayout xmlns:p="http://schemas.openxmlformats.org/presentationml/2006/main" preserve="1" userDrawn="1">
  <p:cSld name="4_CaseStudySolution(2)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73D9F86C-C289-4F75-83C1-62CC3803C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5992" y="1435631"/>
            <a:ext cx="2511571" cy="4247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>
                <a:solidFill>
                  <a:schemeClr val="bg1"/>
                </a:solidFill>
                <a:latin typeface="Gisha"/>
                <a:ea typeface="Gisha"/>
                <a:cs typeface="Gisha"/>
              </a:rPr>
              <a:t>OUTCOME 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9C7535DA-3DBC-4551-A5C6-E3B1B1156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7836" y="775119"/>
            <a:ext cx="1216325" cy="6901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C17FB6AB-6E1B-4049-A0E7-86905AD6B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163293"/>
            <a:ext cx="12191999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600" b="1">
                <a:solidFill>
                  <a:srgbClr val="023F88"/>
                </a:solidFill>
                <a:latin typeface="Gisha"/>
                <a:ea typeface="Gisha"/>
                <a:cs typeface="Gisha"/>
              </a:rPr>
              <a:t>OVERCOMING CHALLENGES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7E0A9550-ED9F-414D-9C53-3DA4313DD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954906"/>
            <a:ext cx="12192000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 spc="300">
                <a:solidFill>
                  <a:schemeClr val="tx1">
                    <a:lumMod val="75000"/>
                  </a:schemeClr>
                </a:solidFill>
                <a:latin typeface="Gisha"/>
                <a:ea typeface="Gisha"/>
                <a:cs typeface="Gisha"/>
              </a:rPr>
              <a:t>THROUGH INNOVATIVE ENGINEERING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2FB8A0E-C008-4808-8E4C-C2C7F6BAE42F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250482" y="1435631"/>
            <a:ext cx="2511571" cy="42473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 marL="0" indent="0" algn="l">
              <a:buNone/>
              <a:defRPr sz="2400" b="1">
                <a:solidFill>
                  <a:schemeClr val="bg1"/>
                </a:solidFill>
                <a:latin typeface="Gisha"/>
                <a:ea typeface="Gisha"/>
                <a:cs typeface="Gisha"/>
              </a:defRPr>
            </a:lvl1pPr>
            <a:lvl2pPr>
              <a:buNone/>
              <a:defRPr sz="4000" b="1">
                <a:solidFill>
                  <a:srgbClr val="023F88"/>
                </a:solidFill>
                <a:latin typeface="Gisha"/>
                <a:ea typeface="Gisha"/>
                <a:cs typeface="Gisha"/>
              </a:defRPr>
            </a:lvl2pPr>
            <a:lvl3pPr>
              <a:buNone/>
              <a:defRPr sz="4000" b="1">
                <a:solidFill>
                  <a:srgbClr val="023F88"/>
                </a:solidFill>
                <a:latin typeface="Gisha"/>
                <a:ea typeface="Gisha"/>
                <a:cs typeface="Gisha"/>
              </a:defRPr>
            </a:lvl3pPr>
            <a:lvl4pPr>
              <a:buNone/>
              <a:defRPr sz="4000" b="1">
                <a:solidFill>
                  <a:srgbClr val="023F88"/>
                </a:solidFill>
                <a:latin typeface="Gisha"/>
                <a:ea typeface="Gisha"/>
                <a:cs typeface="Gisha"/>
              </a:defRPr>
            </a:lvl4pPr>
            <a:lvl5pPr>
              <a:buNone/>
              <a:defRPr sz="4000" b="1">
                <a:solidFill>
                  <a:srgbClr val="023F88"/>
                </a:solidFill>
                <a:latin typeface="Gisha"/>
                <a:ea typeface="Gisha"/>
                <a:cs typeface="Gisha"/>
              </a:defRPr>
            </a:lvl5pPr>
          </a:lstStyle>
          <a:p xmlns:a="http://schemas.openxmlformats.org/drawingml/2006/main">
            <a:pPr>
              <a:buNone/>
            </a:pPr>
            <a:r>
              <a:t>PROJECT NAME</a:t>
            </a:r>
          </a:p>
        </p:txBody>
      </p:sp>
    </p:spTree>
  </p:cSld>
</p:sldLayout>
</file>

<file path=ppt/slideLayouts/slideLayout26.xml><?xml version="1.0" encoding="utf-8"?>
<p:sldLayout xmlns:p="http://schemas.openxmlformats.org/presentationml/2006/main" preserve="1" userDrawn="1">
  <p:cSld name="4_CaseStudyBenAward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84F63BB2-98DF-4F2F-B6F0-D575B094C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0353" y="1170739"/>
            <a:ext cx="5760060" cy="56872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4E4E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426EA3D-C4CA-4946-9F1C-8CE186B05D93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-2" y="1271084"/>
            <a:ext cx="4682534" cy="528637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3600" b="1">
                <a:solidFill>
                  <a:srgbClr val="023F88"/>
                </a:solidFill>
                <a:latin typeface="Gisha"/>
                <a:ea typeface="Gisha"/>
                <a:cs typeface="Gisha"/>
              </a:defRPr>
            </a:lvl1pPr>
            <a:lvl2pPr>
              <a:buNone/>
              <a:defRPr sz="4000" b="1">
                <a:solidFill>
                  <a:srgbClr val="023F88"/>
                </a:solidFill>
                <a:latin typeface="Gisha"/>
                <a:ea typeface="Gisha"/>
                <a:cs typeface="Gisha"/>
              </a:defRPr>
            </a:lvl2pPr>
            <a:lvl3pPr>
              <a:buNone/>
              <a:defRPr sz="4000" b="1">
                <a:solidFill>
                  <a:srgbClr val="023F88"/>
                </a:solidFill>
                <a:latin typeface="Gisha"/>
                <a:ea typeface="Gisha"/>
                <a:cs typeface="Gisha"/>
              </a:defRPr>
            </a:lvl3pPr>
            <a:lvl4pPr>
              <a:buNone/>
              <a:defRPr sz="4000" b="1">
                <a:solidFill>
                  <a:srgbClr val="023F88"/>
                </a:solidFill>
                <a:latin typeface="Gisha"/>
                <a:ea typeface="Gisha"/>
                <a:cs typeface="Gisha"/>
              </a:defRPr>
            </a:lvl4pPr>
            <a:lvl5pPr>
              <a:buNone/>
              <a:defRPr sz="4000" b="1">
                <a:solidFill>
                  <a:srgbClr val="023F88"/>
                </a:solidFill>
                <a:latin typeface="Gisha"/>
                <a:ea typeface="Gisha"/>
                <a:cs typeface="Gisha"/>
              </a:defRPr>
            </a:lvl5pPr>
          </a:lstStyle>
          <a:p xmlns:a="http://schemas.openxmlformats.org/drawingml/2006/main">
            <a:pPr>
              <a:buNone/>
            </a:pPr>
            <a:r>
              <a:t>BENEFIT TO CLIENT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E52A1A88-FF92-4332-AC0E-0548C27CE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75119"/>
            <a:ext cx="12191998" cy="1003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A92E6046-1D26-4599-A1DE-F5D4A62F1F7D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-2" y="875464"/>
            <a:ext cx="12192000" cy="295275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1400" b="1" spc="300">
                <a:solidFill>
                  <a:schemeClr val="accent3">
                    <a:lumMod val="50000"/>
                  </a:schemeClr>
                </a:solidFill>
                <a:latin typeface="Gisha"/>
                <a:ea typeface="Gisha"/>
                <a:cs typeface="Gisha"/>
              </a:defRPr>
            </a:lvl1pPr>
            <a:lvl2pPr>
              <a:buNone/>
              <a:defRPr sz="1200">
                <a:latin typeface="Gisha"/>
                <a:ea typeface="Gisha"/>
                <a:cs typeface="Gisha"/>
              </a:defRPr>
            </a:lvl2pPr>
            <a:lvl3pPr>
              <a:buNone/>
              <a:defRPr sz="1200">
                <a:latin typeface="Gisha"/>
                <a:ea typeface="Gisha"/>
                <a:cs typeface="Gisha"/>
              </a:defRPr>
            </a:lvl3pPr>
            <a:lvl4pPr>
              <a:buNone/>
              <a:defRPr sz="1200">
                <a:latin typeface="Gisha"/>
                <a:ea typeface="Gisha"/>
                <a:cs typeface="Gisha"/>
              </a:defRPr>
            </a:lvl4pPr>
            <a:lvl5pPr>
              <a:buNone/>
              <a:defRPr sz="1200">
                <a:latin typeface="Gisha"/>
                <a:ea typeface="Gisha"/>
                <a:cs typeface="Gisha"/>
              </a:defRPr>
            </a:lvl5pPr>
          </a:lstStyle>
          <a:p xmlns:a="http://schemas.openxmlformats.org/drawingml/2006/main">
            <a:pPr>
              <a:buNone/>
            </a:pPr>
            <a:r>
              <a:t>PROJECT NAME, COUNTRY</a:t>
            </a:r>
          </a:p>
        </p:txBody>
      </p:sp>
      <p:sp>
        <p:nvSpPr>
          <p:cNvPr id="10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2FD69A8-D61C-4C4F-903D-0C775C0F24EE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6430947" y="1255979"/>
            <a:ext cx="5761052" cy="528637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3600" b="1">
                <a:solidFill>
                  <a:schemeClr val="bg1"/>
                </a:solidFill>
                <a:latin typeface="Gisha"/>
                <a:ea typeface="Gisha"/>
                <a:cs typeface="Gisha"/>
              </a:defRPr>
            </a:lvl1pPr>
            <a:lvl2pPr>
              <a:buNone/>
              <a:defRPr sz="4000" b="1">
                <a:solidFill>
                  <a:srgbClr val="023F88"/>
                </a:solidFill>
                <a:latin typeface="Gisha"/>
                <a:ea typeface="Gisha"/>
                <a:cs typeface="Gisha"/>
              </a:defRPr>
            </a:lvl2pPr>
            <a:lvl3pPr>
              <a:buNone/>
              <a:defRPr sz="4000" b="1">
                <a:solidFill>
                  <a:srgbClr val="023F88"/>
                </a:solidFill>
                <a:latin typeface="Gisha"/>
                <a:ea typeface="Gisha"/>
                <a:cs typeface="Gisha"/>
              </a:defRPr>
            </a:lvl3pPr>
            <a:lvl4pPr>
              <a:buNone/>
              <a:defRPr sz="4000" b="1">
                <a:solidFill>
                  <a:srgbClr val="023F88"/>
                </a:solidFill>
                <a:latin typeface="Gisha"/>
                <a:ea typeface="Gisha"/>
                <a:cs typeface="Gisha"/>
              </a:defRPr>
            </a:lvl4pPr>
            <a:lvl5pPr>
              <a:buNone/>
              <a:defRPr sz="4000" b="1">
                <a:solidFill>
                  <a:srgbClr val="023F88"/>
                </a:solidFill>
                <a:latin typeface="Gisha"/>
                <a:ea typeface="Gisha"/>
                <a:cs typeface="Gisha"/>
              </a:defRPr>
            </a:lvl5pPr>
          </a:lstStyle>
          <a:p xmlns:a="http://schemas.openxmlformats.org/drawingml/2006/main">
            <a:pPr>
              <a:buNone/>
            </a:pPr>
            <a:r>
              <a:t>AWARDS/RECOGNITION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41223E8-8DCF-4A88-B981-9BFF60B8DE81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1125" y="1898650"/>
            <a:ext cx="4572000" cy="435133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latin typeface="Gisha"/>
                <a:ea typeface="Gisha"/>
                <a:cs typeface="Gisha"/>
              </a:defRPr>
            </a:lvl1pPr>
            <a:lvl2pPr>
              <a:buNone/>
              <a:defRPr>
                <a:latin typeface="Gisha"/>
                <a:ea typeface="Gisha"/>
                <a:cs typeface="Gisha"/>
              </a:defRPr>
            </a:lvl2pPr>
            <a:lvl3pPr>
              <a:buNone/>
              <a:defRPr>
                <a:latin typeface="Gisha"/>
                <a:ea typeface="Gisha"/>
                <a:cs typeface="Gisha"/>
              </a:defRPr>
            </a:lvl3pPr>
            <a:lvl4pPr>
              <a:buNone/>
              <a:defRPr>
                <a:latin typeface="Gisha"/>
                <a:ea typeface="Gisha"/>
                <a:cs typeface="Gisha"/>
              </a:defRPr>
            </a:lvl4pPr>
            <a:lvl5pPr>
              <a:buNone/>
              <a:defRPr>
                <a:latin typeface="Gisha"/>
                <a:ea typeface="Gisha"/>
                <a:cs typeface="Gisha"/>
              </a:defRPr>
            </a:lvl5pPr>
          </a:lstStyle>
          <a:p xmlns:a="http://schemas.openxmlformats.org/drawingml/2006/main">
            <a:pPr>
              <a:buNone/>
            </a:pPr>
            <a:r>
              <a:t>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3" name="Text Placeholder 12">
            <a:extLst xmlns:a="http://schemas.openxmlformats.org/drawingml/2006/main">
              <a:ext uri="{FF2B5EF4-FFF2-40B4-BE49-F238E27FC236}">
                <a16:creationId xmlns:a16="http://schemas.microsoft.com/office/drawing/2014/main" id="{9AC51AA5-E69B-4C93-B73E-5B9D4F3FBEE3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6430946" y="1800225"/>
            <a:ext cx="5761054" cy="44497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>
              <a:buNone/>
            </a:pPr>
            <a:r>
              <a:t>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</p:spTree>
  </p:cSld>
</p:sldLayout>
</file>

<file path=ppt/slideLayouts/slideLayout27.xml><?xml version="1.0" encoding="utf-8"?>
<p:sldLayout xmlns:p="http://schemas.openxmlformats.org/presentationml/2006/main" preserve="1" userDrawn="1">
  <p:cSld name="5_TeamOrgChar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968D71D-98B7-4ED1-B1C7-6527E68B9535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1" y="246482"/>
            <a:ext cx="12191999" cy="528637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3600" b="1">
                <a:solidFill>
                  <a:srgbClr val="023F88"/>
                </a:solidFill>
                <a:latin typeface="Gisha"/>
                <a:ea typeface="Gisha"/>
                <a:cs typeface="Gisha"/>
              </a:defRPr>
            </a:lvl1pPr>
            <a:lvl2pPr>
              <a:buNone/>
              <a:defRPr sz="4000" b="1">
                <a:solidFill>
                  <a:srgbClr val="023F88"/>
                </a:solidFill>
                <a:latin typeface="Gisha"/>
                <a:ea typeface="Gisha"/>
                <a:cs typeface="Gisha"/>
              </a:defRPr>
            </a:lvl2pPr>
            <a:lvl3pPr>
              <a:buNone/>
              <a:defRPr sz="4000" b="1">
                <a:solidFill>
                  <a:srgbClr val="023F88"/>
                </a:solidFill>
                <a:latin typeface="Gisha"/>
                <a:ea typeface="Gisha"/>
                <a:cs typeface="Gisha"/>
              </a:defRPr>
            </a:lvl3pPr>
            <a:lvl4pPr>
              <a:buNone/>
              <a:defRPr sz="4000" b="1">
                <a:solidFill>
                  <a:srgbClr val="023F88"/>
                </a:solidFill>
                <a:latin typeface="Gisha"/>
                <a:ea typeface="Gisha"/>
                <a:cs typeface="Gisha"/>
              </a:defRPr>
            </a:lvl4pPr>
            <a:lvl5pPr>
              <a:buNone/>
              <a:defRPr sz="4000" b="1">
                <a:solidFill>
                  <a:srgbClr val="023F88"/>
                </a:solidFill>
                <a:latin typeface="Gisha"/>
                <a:ea typeface="Gisha"/>
                <a:cs typeface="Gisha"/>
              </a:defRPr>
            </a:lvl5pPr>
          </a:lstStyle>
          <a:p xmlns:a="http://schemas.openxmlformats.org/drawingml/2006/main">
            <a:pPr>
              <a:buNone/>
            </a:pPr>
            <a:r>
              <a:t>TEAM ORGANISATION CHART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879C1355-3D8A-42F1-B17E-4A921FB0D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7836" y="775119"/>
            <a:ext cx="1216325" cy="6901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FF21F7BB-76C2-417C-8370-772E4FE1E8DE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0" y="933450"/>
            <a:ext cx="12192000" cy="295275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1400" b="1" spc="300">
                <a:solidFill>
                  <a:schemeClr val="accent3">
                    <a:lumMod val="50000"/>
                  </a:schemeClr>
                </a:solidFill>
                <a:latin typeface="Gisha"/>
                <a:ea typeface="Gisha"/>
                <a:cs typeface="Gisha"/>
              </a:defRPr>
            </a:lvl1pPr>
            <a:lvl2pPr>
              <a:buNone/>
              <a:defRPr sz="1200">
                <a:latin typeface="Gisha"/>
                <a:ea typeface="Gisha"/>
                <a:cs typeface="Gisha"/>
              </a:defRPr>
            </a:lvl2pPr>
            <a:lvl3pPr>
              <a:buNone/>
              <a:defRPr sz="1200">
                <a:latin typeface="Gisha"/>
                <a:ea typeface="Gisha"/>
                <a:cs typeface="Gisha"/>
              </a:defRPr>
            </a:lvl3pPr>
            <a:lvl4pPr>
              <a:buNone/>
              <a:defRPr sz="1200">
                <a:latin typeface="Gisha"/>
                <a:ea typeface="Gisha"/>
                <a:cs typeface="Gisha"/>
              </a:defRPr>
            </a:lvl4pPr>
            <a:lvl5pPr>
              <a:buNone/>
              <a:defRPr sz="1200">
                <a:latin typeface="Gisha"/>
                <a:ea typeface="Gisha"/>
                <a:cs typeface="Gisha"/>
              </a:defRPr>
            </a:lvl5pPr>
          </a:lstStyle>
          <a:p xmlns:a="http://schemas.openxmlformats.org/drawingml/2006/main">
            <a:pPr>
              <a:buNone/>
            </a:pPr>
            <a:r>
              <a:t>PROJECT NAME</a:t>
            </a:r>
          </a:p>
        </p:txBody>
      </p:sp>
      <p:sp>
        <p:nvSpPr>
          <p:cNvPr id="3" name="Chart Placeholder 2">
            <a:extLst xmlns:a="http://schemas.openxmlformats.org/drawingml/2006/main">
              <a:ext uri="{FF2B5EF4-FFF2-40B4-BE49-F238E27FC236}">
                <a16:creationId xmlns:a16="http://schemas.microsoft.com/office/drawing/2014/main" id="{3240DD96-A045-4A87-8119-448B8746DB6A}"/>
              </a:ext>
            </a:extLst>
          </p:cNvPr>
          <p:cNvSpPr>
            <a:spLocks xmlns:a="http://schemas.openxmlformats.org/drawingml/2006/main" noGrp="1"/>
          </p:cNvSpPr>
          <p:nvPr>
            <p:ph type="chart" idx="12"/>
          </p:nvPr>
        </p:nvSpPr>
        <p:spPr>
          <a:xfrm xmlns:a="http://schemas.openxmlformats.org/drawingml/2006/main">
            <a:off x="0" y="1336675"/>
            <a:ext cx="12192000" cy="55213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traight Connector 11">
            <a:extLst xmlns:a="http://schemas.openxmlformats.org/drawingml/2006/main">
              <a:ext uri="{FF2B5EF4-FFF2-40B4-BE49-F238E27FC236}">
                <a16:creationId xmlns:a16="http://schemas.microsoft.com/office/drawing/2014/main" id="{7E3EC470-02EE-41A0-9D6E-E4881C9C3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80555" y="3968953"/>
            <a:ext cx="772" cy="413972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7842262B-5678-494C-8747-3A30DB033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68759" y="1324139"/>
            <a:ext cx="2318420" cy="27492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75FC384F-FA2A-4665-B200-97780B383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68759" y="1599064"/>
            <a:ext cx="2318420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>
                <a:latin typeface="Gisha"/>
                <a:ea typeface="Gisha"/>
                <a:cs typeface="Gisha"/>
              </a:rPr>
              <a:t>Employer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28AC30E1-3E6C-4D05-A1FD-431B96829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68756" y="1987716"/>
            <a:ext cx="2318420" cy="27492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5CDCC34E-49C9-4E71-9317-BF03A0860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68757" y="2262640"/>
            <a:ext cx="2318420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>
                <a:latin typeface="Gisha"/>
                <a:ea typeface="Gisha"/>
                <a:cs typeface="Gisha"/>
              </a:rPr>
              <a:t>Client</a:t>
            </a:r>
          </a:p>
        </p:txBody>
      </p:sp>
      <p:cxnSp>
        <p:nvCxnSpPr>
          <p:cNvPr id="17" name="Straight Connector 16"/>
          <p:cNvCxnSpPr>
            <a:stCxn xmlns:a="http://schemas.openxmlformats.org/drawingml/2006/main" id="14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 rot="0" flipH="1">
            <a:off x="6027967" y="1860673"/>
            <a:ext cx="2" cy="127041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0C3F24E5-C9E1-426F-B451-F9945B314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68758" y="2611033"/>
            <a:ext cx="2318420" cy="27492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75000"/>
            </a:schemeClr>
          </a:solidFill>
          <a:ln xmlns:a="http://schemas.openxmlformats.org/drawingml/2006/main">
            <a:solidFill>
              <a:schemeClr val="accent1">
                <a:lumMod val="75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>
                <a:solidFill>
                  <a:schemeClr val="bg1"/>
                </a:solidFill>
                <a:latin typeface="Gisha"/>
                <a:ea typeface="Gisha"/>
                <a:cs typeface="Gisha"/>
              </a:rPr>
              <a:t>Job Director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E8EDEF4E-082C-4DEB-9C31-74E9DF30E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68757" y="2885957"/>
            <a:ext cx="2318420" cy="261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1">
                <a:lumMod val="75000"/>
              </a:schemeClr>
            </a:solidFill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77A801BD-E8C4-4185-9BA1-8D874CA9F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68758" y="3160882"/>
            <a:ext cx="2318420" cy="27492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75000"/>
            </a:schemeClr>
          </a:solidFill>
          <a:ln xmlns:a="http://schemas.openxmlformats.org/drawingml/2006/main">
            <a:solidFill>
              <a:schemeClr val="accent1">
                <a:lumMod val="75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>
                <a:solidFill>
                  <a:schemeClr val="bg1"/>
                </a:solidFill>
                <a:latin typeface="Gisha"/>
                <a:ea typeface="Gisha"/>
                <a:cs typeface="Gisha"/>
              </a:rPr>
              <a:t>Project Manager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81680BBA-CC57-48D1-BA75-654B56B31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68757" y="3427893"/>
            <a:ext cx="2318420" cy="261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1">
                <a:lumMod val="75000"/>
              </a:schemeClr>
            </a:solidFill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Straight Connector 21">
            <a:extLst xmlns:a="http://schemas.openxmlformats.org/drawingml/2006/main">
              <a:ext uri="{FF2B5EF4-FFF2-40B4-BE49-F238E27FC236}">
                <a16:creationId xmlns:a16="http://schemas.microsoft.com/office/drawing/2014/main" id="{D15239F0-44C9-4703-93BB-8FF97BA55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27964" y="2473571"/>
            <a:ext cx="0" cy="137462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6D21AF30-0171-4C2C-B70C-2AF419FA4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25437" y="2878046"/>
            <a:ext cx="2318420" cy="2749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>
            <a:solidFill>
              <a:srgbClr val="FF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>
                <a:solidFill>
                  <a:schemeClr val="bg1"/>
                </a:solidFill>
                <a:latin typeface="Gisha"/>
                <a:ea typeface="Gisha"/>
                <a:cs typeface="Gisha"/>
              </a:rPr>
              <a:t>Design for Safety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2EF5F49E-BA13-4EED-8859-381C27623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25435" y="3145057"/>
            <a:ext cx="2318420" cy="261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FF0000"/>
            </a:solidFill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2B6B0A63-570E-4BAB-87E7-65DB52E5E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12075" y="2748495"/>
            <a:ext cx="2318420" cy="2749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>
            <a:solidFill>
              <a:srgbClr val="FF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>
                <a:solidFill>
                  <a:schemeClr val="bg1"/>
                </a:solidFill>
                <a:latin typeface="Gisha"/>
                <a:ea typeface="Gisha"/>
                <a:cs typeface="Gisha"/>
              </a:rPr>
              <a:t>Peer Review Panel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FA24557E-87EA-4460-BEF9-204BCA020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12073" y="3015508"/>
            <a:ext cx="2318420" cy="261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FF0000"/>
            </a:solidFill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0B121FDF-5C19-4F87-AE41-A7EE18512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7568" y="4266514"/>
            <a:ext cx="1755263" cy="36405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5"/>
          </a:solidFill>
          <a:ln xmlns:a="http://schemas.openxmlformats.org/drawingml/2006/main">
            <a:solidFill>
              <a:schemeClr val="accent5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>
                <a:solidFill>
                  <a:schemeClr val="bg1"/>
                </a:solidFill>
                <a:latin typeface="Gisha"/>
                <a:ea typeface="Gisha"/>
                <a:cs typeface="Gisha"/>
              </a:rPr>
              <a:t>Cut-&amp;-Cover Tunnel Structures 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DD047E98-FB37-4863-AEC0-8028D830C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7566" y="4630569"/>
            <a:ext cx="1755263" cy="1857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FFC000"/>
            </a:solidFill>
          </a:ln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DDAC721B-F045-4ACC-A573-B892237B1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03696" y="4266514"/>
            <a:ext cx="1755263" cy="27492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5"/>
          </a:solidFill>
          <a:ln xmlns:a="http://schemas.openxmlformats.org/drawingml/2006/main">
            <a:solidFill>
              <a:schemeClr val="accent5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>
                <a:solidFill>
                  <a:schemeClr val="bg1"/>
                </a:solidFill>
                <a:latin typeface="Gisha"/>
                <a:ea typeface="Gisha"/>
                <a:cs typeface="Gisha"/>
              </a:rPr>
              <a:t>Civil Works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39752389-83F2-4589-94FB-6D5BD816B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03694" y="4533527"/>
            <a:ext cx="1755263" cy="19543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FFC000"/>
            </a:solidFill>
          </a:ln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3639A4E2-315E-4662-A377-5976A49F1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39823" y="4263414"/>
            <a:ext cx="1755263" cy="27492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5"/>
          </a:solidFill>
          <a:ln xmlns:a="http://schemas.openxmlformats.org/drawingml/2006/main">
            <a:solidFill>
              <a:schemeClr val="accent5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>
                <a:solidFill>
                  <a:schemeClr val="bg1"/>
                </a:solidFill>
                <a:latin typeface="Gisha"/>
                <a:ea typeface="Gisha"/>
                <a:cs typeface="Gisha"/>
              </a:rPr>
              <a:t>Temp Works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D40DD50B-BFC5-432D-8A1F-1F3BA604A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39820" y="4530428"/>
            <a:ext cx="1755263" cy="19574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FFC000"/>
            </a:solidFill>
          </a:ln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18A94625-E798-4C31-B1BC-8AE71C512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75948" y="4253375"/>
            <a:ext cx="1755263" cy="27492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5"/>
          </a:solidFill>
          <a:ln xmlns:a="http://schemas.openxmlformats.org/drawingml/2006/main">
            <a:solidFill>
              <a:schemeClr val="accent5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>
                <a:solidFill>
                  <a:schemeClr val="bg1"/>
                </a:solidFill>
                <a:latin typeface="Gisha"/>
                <a:ea typeface="Gisha"/>
                <a:cs typeface="Gisha"/>
              </a:rPr>
              <a:t>Geotechnical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AC0E53EF-EDE6-4DFF-860F-9C0A7A64B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75946" y="4520387"/>
            <a:ext cx="1755263" cy="1967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FFC000"/>
            </a:solidFill>
          </a:ln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4D33F529-42B9-48CE-B77A-8B8A79109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12071" y="4245463"/>
            <a:ext cx="1755263" cy="38510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5"/>
          </a:solidFill>
          <a:ln xmlns:a="http://schemas.openxmlformats.org/drawingml/2006/main">
            <a:solidFill>
              <a:schemeClr val="accent5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>
                <a:solidFill>
                  <a:schemeClr val="bg1"/>
                </a:solidFill>
                <a:latin typeface="Gisha"/>
                <a:ea typeface="Gisha"/>
                <a:cs typeface="Gisha"/>
              </a:rPr>
              <a:t>Mechanical &amp; Electrical</a:t>
            </a: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CA2930AA-E76E-4AEB-B590-BF46CACA5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12069" y="4630567"/>
            <a:ext cx="1755263" cy="1857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FFC000"/>
            </a:solidFill>
          </a:ln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7" name="Rectangle 36">
            <a:extLst xmlns:a="http://schemas.openxmlformats.org/drawingml/2006/main">
              <a:ext uri="{FF2B5EF4-FFF2-40B4-BE49-F238E27FC236}">
                <a16:creationId xmlns:a16="http://schemas.microsoft.com/office/drawing/2014/main" id="{4F1CFCA0-1D35-4BD4-AFC0-70A9CE5A7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53658" y="4245463"/>
            <a:ext cx="1755263" cy="27492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5"/>
          </a:solidFill>
          <a:ln xmlns:a="http://schemas.openxmlformats.org/drawingml/2006/main">
            <a:solidFill>
              <a:schemeClr val="accent5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>
                <a:solidFill>
                  <a:schemeClr val="bg1"/>
                </a:solidFill>
                <a:latin typeface="Gisha"/>
                <a:ea typeface="Gisha"/>
                <a:cs typeface="Gisha"/>
              </a:rPr>
              <a:t>BIM</a:t>
            </a:r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71612504-8920-4092-BAD0-D303C5138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53656" y="4512475"/>
            <a:ext cx="1755263" cy="1975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FFC000"/>
            </a:solidFill>
          </a:ln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cxnSp>
        <p:nvCxnSpPr>
          <p:cNvPr id="39" name="Straight Connector 38"/>
          <p:cNvCxnSpPr>
            <a:stCxn xmlns:a="http://schemas.openxmlformats.org/drawingml/2006/main" id="23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 rot="0">
            <a:off x="3943858" y="3015508"/>
            <a:ext cx="924898" cy="1255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40" name="Straight Connector 39"/>
          <p:cNvCxnSpPr>
            <a:stCxn xmlns:a="http://schemas.openxmlformats.org/drawingml/2006/main" id="19" idx="3"/>
          </p:cNvCxnSpPr>
          <p:nvPr/>
        </p:nvCxnSpPr>
        <p:spPr>
          <a:xfrm xmlns:a="http://schemas.openxmlformats.org/drawingml/2006/main" rot="0" flipV="1">
            <a:off x="7187178" y="3015510"/>
            <a:ext cx="924892" cy="1251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41" name="Elbow Connector 43"/>
          <p:cNvCxnSpPr>
            <a:stCxn xmlns:a="http://schemas.openxmlformats.org/drawingml/2006/main" id="21" idx="2"/>
            <a:endCxn xmlns:a="http://schemas.openxmlformats.org/drawingml/2006/main" id="27" idx="0"/>
          </p:cNvCxnSpPr>
          <p:nvPr/>
        </p:nvCxnSpPr>
        <p:spPr>
          <a:xfrm xmlns:a="http://schemas.openxmlformats.org/drawingml/2006/main" rot="5400000">
            <a:off x="3313053" y="1845518"/>
            <a:ext cx="647062" cy="4264980"/>
          </a:xfrm>
          <a:prstGeom xmlns:a="http://schemas.openxmlformats.org/drawingml/2006/main" prst="bentConnector3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42" name="Straight Connector 41"/>
          <p:cNvCxnSpPr>
            <a:stCxn xmlns:a="http://schemas.openxmlformats.org/drawingml/2006/main" id="31" idx="0"/>
          </p:cNvCxnSpPr>
          <p:nvPr/>
        </p:nvCxnSpPr>
        <p:spPr>
          <a:xfrm xmlns:a="http://schemas.openxmlformats.org/drawingml/2006/main" rot="0" flipH="1" flipV="1">
            <a:off x="5117452" y="3968953"/>
            <a:ext cx="2" cy="29446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43" name="Elbow Connector 56"/>
          <p:cNvCxnSpPr>
            <a:stCxn xmlns:a="http://schemas.openxmlformats.org/drawingml/2006/main" id="21" idx="2"/>
            <a:endCxn xmlns:a="http://schemas.openxmlformats.org/drawingml/2006/main" id="37" idx="0"/>
          </p:cNvCxnSpPr>
          <p:nvPr/>
        </p:nvCxnSpPr>
        <p:spPr>
          <a:xfrm xmlns:a="http://schemas.openxmlformats.org/drawingml/2006/main" rot="16200000" flipH="1">
            <a:off x="8117901" y="1825827"/>
            <a:ext cx="623455" cy="4283309"/>
          </a:xfrm>
          <a:prstGeom xmlns:a="http://schemas.openxmlformats.org/drawingml/2006/main" prst="bentConnector3">
            <a:avLst>
              <a:gd name="adj1" fmla="val 51713"/>
            </a:avLst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44" name="Straight Connector 43"/>
          <p:cNvCxnSpPr>
            <a:stCxn xmlns:a="http://schemas.openxmlformats.org/drawingml/2006/main" id="35" idx="0"/>
          </p:cNvCxnSpPr>
          <p:nvPr/>
        </p:nvCxnSpPr>
        <p:spPr>
          <a:xfrm xmlns:a="http://schemas.openxmlformats.org/drawingml/2006/main" rot="0" flipH="1" flipV="1">
            <a:off x="8989700" y="3976755"/>
            <a:ext cx="2" cy="268707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45" name="Straight Connector 44"/>
          <p:cNvCxnSpPr>
            <a:stCxn xmlns:a="http://schemas.openxmlformats.org/drawingml/2006/main" id="33" idx="0"/>
          </p:cNvCxnSpPr>
          <p:nvPr/>
        </p:nvCxnSpPr>
        <p:spPr>
          <a:xfrm xmlns:a="http://schemas.openxmlformats.org/drawingml/2006/main" rot="0" flipH="1" flipV="1">
            <a:off x="7053577" y="3966229"/>
            <a:ext cx="2" cy="287146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</p:spTree>
  </p:cSld>
</p:sldLayout>
</file>

<file path=ppt/slideLayouts/slideLayout28.xml><?xml version="1.0" encoding="utf-8"?>
<p:sldLayout xmlns:p="http://schemas.openxmlformats.org/presentationml/2006/main" preserve="1" userDrawn="1">
  <p:cSld name="5_TeamOverview(4x4)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Picture Placeholder 13">
            <a:extLst xmlns:a="http://schemas.openxmlformats.org/drawingml/2006/main">
              <a:ext uri="{FF2B5EF4-FFF2-40B4-BE49-F238E27FC236}">
                <a16:creationId xmlns:a16="http://schemas.microsoft.com/office/drawing/2014/main" id="{1B64BC52-8C7D-4997-AB8F-FDB09E492B0A}"/>
              </a:ext>
            </a:extLst>
          </p:cNvPr>
          <p:cNvSpPr>
            <a:spLocks xmlns:a="http://schemas.openxmlformats.org/drawingml/2006/main" noGrp="1"/>
          </p:cNvSpPr>
          <p:nvPr>
            <p:ph type="pic" idx="26"/>
          </p:nvPr>
        </p:nvSpPr>
        <p:spPr>
          <a:xfrm xmlns:a="http://schemas.openxmlformats.org/drawingml/2006/main">
            <a:off x="6670340" y="1836610"/>
            <a:ext cx="1895570" cy="1895076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300" b="1" i="0">
                <a:ln>
                  <a:noFill/>
                </a:ln>
                <a:solidFill>
                  <a:schemeClr val="tx2"/>
                </a:solidFill>
                <a:latin typeface="Roboto"/>
                <a:ea typeface="Roboto"/>
                <a:cs typeface="Roboto"/>
              </a:defRPr>
            </a:lvl1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20" name="Picture Placeholder 13">
            <a:extLst xmlns:a="http://schemas.openxmlformats.org/drawingml/2006/main">
              <a:ext uri="{FF2B5EF4-FFF2-40B4-BE49-F238E27FC236}">
                <a16:creationId xmlns:a16="http://schemas.microsoft.com/office/drawing/2014/main" id="{63E560EA-402D-4312-BCA6-8BCC7D7C5679}"/>
              </a:ext>
            </a:extLst>
          </p:cNvPr>
          <p:cNvSpPr>
            <a:spLocks xmlns:a="http://schemas.openxmlformats.org/drawingml/2006/main" noGrp="1"/>
          </p:cNvSpPr>
          <p:nvPr>
            <p:ph type="pic" idx="27"/>
          </p:nvPr>
        </p:nvSpPr>
        <p:spPr>
          <a:xfrm xmlns:a="http://schemas.openxmlformats.org/drawingml/2006/main">
            <a:off x="3620465" y="1836610"/>
            <a:ext cx="1895570" cy="1895076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300" b="1" i="0">
                <a:ln>
                  <a:noFill/>
                </a:ln>
                <a:solidFill>
                  <a:schemeClr val="tx2"/>
                </a:solidFill>
                <a:latin typeface="Roboto"/>
                <a:ea typeface="Roboto"/>
                <a:cs typeface="Roboto"/>
              </a:defRPr>
            </a:lvl1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21" name="Picture Placeholder 13">
            <a:extLst xmlns:a="http://schemas.openxmlformats.org/drawingml/2006/main">
              <a:ext uri="{FF2B5EF4-FFF2-40B4-BE49-F238E27FC236}">
                <a16:creationId xmlns:a16="http://schemas.microsoft.com/office/drawing/2014/main" id="{3E9A223E-505E-4DED-A9EF-98681411C97A}"/>
              </a:ext>
            </a:extLst>
          </p:cNvPr>
          <p:cNvSpPr>
            <a:spLocks xmlns:a="http://schemas.openxmlformats.org/drawingml/2006/main" noGrp="1"/>
          </p:cNvSpPr>
          <p:nvPr>
            <p:ph type="pic" idx="28"/>
          </p:nvPr>
        </p:nvSpPr>
        <p:spPr>
          <a:xfrm xmlns:a="http://schemas.openxmlformats.org/drawingml/2006/main">
            <a:off x="570590" y="1836610"/>
            <a:ext cx="1895570" cy="1895076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300" b="1" i="0">
                <a:ln>
                  <a:noFill/>
                </a:ln>
                <a:solidFill>
                  <a:schemeClr val="tx2"/>
                </a:solidFill>
                <a:latin typeface="Roboto"/>
                <a:ea typeface="Roboto"/>
                <a:cs typeface="Roboto"/>
              </a:defRPr>
            </a:lvl1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6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D3534E7-BB44-49E0-BAD5-6DD936486305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0" y="157163"/>
            <a:ext cx="12191999" cy="528637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3600" b="1">
                <a:solidFill>
                  <a:srgbClr val="023F88"/>
                </a:solidFill>
                <a:latin typeface="Gisha"/>
                <a:ea typeface="Gisha"/>
                <a:cs typeface="Gisha"/>
              </a:defRPr>
            </a:lvl1pPr>
            <a:lvl2pPr>
              <a:buNone/>
              <a:defRPr sz="4000" b="1">
                <a:solidFill>
                  <a:srgbClr val="023F88"/>
                </a:solidFill>
                <a:latin typeface="Gisha"/>
                <a:ea typeface="Gisha"/>
                <a:cs typeface="Gisha"/>
              </a:defRPr>
            </a:lvl2pPr>
            <a:lvl3pPr>
              <a:buNone/>
              <a:defRPr sz="4000" b="1">
                <a:solidFill>
                  <a:srgbClr val="023F88"/>
                </a:solidFill>
                <a:latin typeface="Gisha"/>
                <a:ea typeface="Gisha"/>
                <a:cs typeface="Gisha"/>
              </a:defRPr>
            </a:lvl3pPr>
            <a:lvl4pPr>
              <a:buNone/>
              <a:defRPr sz="4000" b="1">
                <a:solidFill>
                  <a:srgbClr val="023F88"/>
                </a:solidFill>
                <a:latin typeface="Gisha"/>
                <a:ea typeface="Gisha"/>
                <a:cs typeface="Gisha"/>
              </a:defRPr>
            </a:lvl4pPr>
            <a:lvl5pPr>
              <a:buNone/>
              <a:defRPr sz="4000" b="1">
                <a:solidFill>
                  <a:srgbClr val="023F88"/>
                </a:solidFill>
                <a:latin typeface="Gisha"/>
                <a:ea typeface="Gisha"/>
                <a:cs typeface="Gisha"/>
              </a:defRPr>
            </a:lvl5pPr>
          </a:lstStyle>
          <a:p xmlns:a="http://schemas.openxmlformats.org/drawingml/2006/main">
            <a:pPr>
              <a:buNone/>
            </a:pPr>
            <a:r>
              <a:t>OUR TEAM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622EAACB-13CB-47DB-A679-5D59E920C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7836" y="775119"/>
            <a:ext cx="1216325" cy="6901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Picture Placeholder 13">
            <a:extLst xmlns:a="http://schemas.openxmlformats.org/drawingml/2006/main">
              <a:ext uri="{FF2B5EF4-FFF2-40B4-BE49-F238E27FC236}">
                <a16:creationId xmlns:a16="http://schemas.microsoft.com/office/drawing/2014/main" id="{6897445F-2CB9-4133-BAE4-0613A193C469}"/>
              </a:ext>
            </a:extLst>
          </p:cNvPr>
          <p:cNvSpPr>
            <a:spLocks xmlns:a="http://schemas.openxmlformats.org/drawingml/2006/main" noGrp="1"/>
          </p:cNvSpPr>
          <p:nvPr>
            <p:ph type="pic" idx="29"/>
          </p:nvPr>
        </p:nvSpPr>
        <p:spPr>
          <a:xfrm xmlns:a="http://schemas.openxmlformats.org/drawingml/2006/main">
            <a:off x="9720215" y="1836610"/>
            <a:ext cx="1895570" cy="1895076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300" b="1" i="0">
                <a:ln>
                  <a:noFill/>
                </a:ln>
                <a:solidFill>
                  <a:schemeClr val="tx2"/>
                </a:solidFill>
                <a:latin typeface="Roboto"/>
                <a:ea typeface="Roboto"/>
                <a:cs typeface="Roboto"/>
              </a:defRPr>
            </a:lvl1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B0C6935-B410-4BA9-AAF8-772B404C0886}"/>
              </a:ext>
            </a:extLst>
          </p:cNvPr>
          <p:cNvSpPr>
            <a:spLocks xmlns:a="http://schemas.openxmlformats.org/drawingml/2006/main" noGrp="1"/>
          </p:cNvSpPr>
          <p:nvPr>
            <p:ph type="body" idx="30" hasCustomPrompt="1"/>
          </p:nvPr>
        </p:nvSpPr>
        <p:spPr>
          <a:xfrm xmlns:a="http://schemas.openxmlformats.org/drawingml/2006/main">
            <a:off x="569912" y="3933824"/>
            <a:ext cx="1896247" cy="310371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1600" b="1">
                <a:solidFill>
                  <a:schemeClr val="tx1"/>
                </a:solidFill>
                <a:latin typeface="Gisha"/>
                <a:ea typeface="Gisha"/>
                <a:cs typeface="Gisha"/>
              </a:defRPr>
            </a:lvl1pPr>
          </a:lstStyle>
          <a:p xmlns:a="http://schemas.openxmlformats.org/drawingml/2006/main">
            <a:pPr>
              <a:buNone/>
            </a:pPr>
            <a:r>
              <a:t>NAME</a:t>
            </a:r>
          </a:p>
        </p:txBody>
      </p:sp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346B7A0-2DF3-4B00-827A-25408A089E06}"/>
              </a:ext>
            </a:extLst>
          </p:cNvPr>
          <p:cNvSpPr>
            <a:spLocks xmlns:a="http://schemas.openxmlformats.org/drawingml/2006/main" noGrp="1"/>
          </p:cNvSpPr>
          <p:nvPr>
            <p:ph type="body" idx="31" hasCustomPrompt="1"/>
          </p:nvPr>
        </p:nvSpPr>
        <p:spPr>
          <a:xfrm xmlns:a="http://schemas.openxmlformats.org/drawingml/2006/main">
            <a:off x="569912" y="4291147"/>
            <a:ext cx="1896247" cy="310371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1200" b="1">
                <a:solidFill>
                  <a:schemeClr val="tx1"/>
                </a:solidFill>
                <a:latin typeface="Gisha"/>
                <a:ea typeface="Gisha"/>
                <a:cs typeface="Gisha"/>
              </a:defRPr>
            </a:lvl1pPr>
          </a:lstStyle>
          <a:p xmlns:a="http://schemas.openxmlformats.org/drawingml/2006/main">
            <a:pPr>
              <a:buNone/>
            </a:pPr>
            <a:r>
              <a:t>Designation</a:t>
            </a:r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1FFB24B-05A1-4E79-A393-B36253791B8B}"/>
              </a:ext>
            </a:extLst>
          </p:cNvPr>
          <p:cNvSpPr>
            <a:spLocks xmlns:a="http://schemas.openxmlformats.org/drawingml/2006/main" noGrp="1"/>
          </p:cNvSpPr>
          <p:nvPr>
            <p:ph type="body" idx="32" hasCustomPrompt="1"/>
          </p:nvPr>
        </p:nvSpPr>
        <p:spPr>
          <a:xfrm xmlns:a="http://schemas.openxmlformats.org/drawingml/2006/main">
            <a:off x="569912" y="4651929"/>
            <a:ext cx="1896247" cy="310371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1200" b="0">
                <a:solidFill>
                  <a:schemeClr val="tx1"/>
                </a:solidFill>
                <a:latin typeface="Gisha"/>
                <a:ea typeface="Gisha"/>
                <a:cs typeface="Gisha"/>
              </a:defRPr>
            </a:lvl1pPr>
          </a:lstStyle>
          <a:p xmlns:a="http://schemas.openxmlformats.org/drawingml/2006/main">
            <a:pPr>
              <a:buNone/>
            </a:pPr>
            <a:r>
              <a:t>Project Role</a:t>
            </a:r>
          </a:p>
        </p:txBody>
      </p:sp>
      <p:sp>
        <p:nvSpPr>
          <p:cNvPr id="1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D064D62-D368-452A-9326-AE217134F5EA}"/>
              </a:ext>
            </a:extLst>
          </p:cNvPr>
          <p:cNvSpPr>
            <a:spLocks xmlns:a="http://schemas.openxmlformats.org/drawingml/2006/main" noGrp="1"/>
          </p:cNvSpPr>
          <p:nvPr>
            <p:ph type="body" idx="33" hasCustomPrompt="1"/>
          </p:nvPr>
        </p:nvSpPr>
        <p:spPr>
          <a:xfrm xmlns:a="http://schemas.openxmlformats.org/drawingml/2006/main">
            <a:off x="3619788" y="3933824"/>
            <a:ext cx="1896247" cy="310371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1600" b="1">
                <a:solidFill>
                  <a:schemeClr val="tx1"/>
                </a:solidFill>
                <a:latin typeface="Gisha"/>
                <a:ea typeface="Gisha"/>
                <a:cs typeface="Gisha"/>
              </a:defRPr>
            </a:lvl1pPr>
          </a:lstStyle>
          <a:p xmlns:a="http://schemas.openxmlformats.org/drawingml/2006/main">
            <a:pPr>
              <a:buNone/>
            </a:pPr>
            <a:r>
              <a:t>NAME</a:t>
            </a:r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8A1C66D-3F76-476B-81AD-1D62894DD9FE}"/>
              </a:ext>
            </a:extLst>
          </p:cNvPr>
          <p:cNvSpPr>
            <a:spLocks xmlns:a="http://schemas.openxmlformats.org/drawingml/2006/main" noGrp="1"/>
          </p:cNvSpPr>
          <p:nvPr>
            <p:ph type="body" idx="34" hasCustomPrompt="1"/>
          </p:nvPr>
        </p:nvSpPr>
        <p:spPr>
          <a:xfrm xmlns:a="http://schemas.openxmlformats.org/drawingml/2006/main">
            <a:off x="3619788" y="4291147"/>
            <a:ext cx="1896247" cy="310371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1200" b="1">
                <a:solidFill>
                  <a:schemeClr val="tx1"/>
                </a:solidFill>
                <a:latin typeface="Gisha"/>
                <a:ea typeface="Gisha"/>
                <a:cs typeface="Gisha"/>
              </a:defRPr>
            </a:lvl1pPr>
          </a:lstStyle>
          <a:p xmlns:a="http://schemas.openxmlformats.org/drawingml/2006/main">
            <a:pPr>
              <a:buNone/>
            </a:pPr>
            <a:r>
              <a:t>Designation</a:t>
            </a:r>
          </a:p>
        </p:txBody>
      </p:sp>
      <p:sp>
        <p:nvSpPr>
          <p:cNvPr id="16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E0550D5-DCF0-4F2B-B988-598A1FC187F1}"/>
              </a:ext>
            </a:extLst>
          </p:cNvPr>
          <p:cNvSpPr>
            <a:spLocks xmlns:a="http://schemas.openxmlformats.org/drawingml/2006/main" noGrp="1"/>
          </p:cNvSpPr>
          <p:nvPr>
            <p:ph type="body" idx="35" hasCustomPrompt="1"/>
          </p:nvPr>
        </p:nvSpPr>
        <p:spPr>
          <a:xfrm xmlns:a="http://schemas.openxmlformats.org/drawingml/2006/main">
            <a:off x="3619788" y="4651929"/>
            <a:ext cx="1896247" cy="310371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1200" b="0">
                <a:solidFill>
                  <a:schemeClr val="tx1"/>
                </a:solidFill>
                <a:latin typeface="Gisha"/>
                <a:ea typeface="Gisha"/>
                <a:cs typeface="Gisha"/>
              </a:defRPr>
            </a:lvl1pPr>
          </a:lstStyle>
          <a:p xmlns:a="http://schemas.openxmlformats.org/drawingml/2006/main">
            <a:pPr>
              <a:buNone/>
            </a:pPr>
            <a:r>
              <a:t>Project Role</a:t>
            </a:r>
          </a:p>
        </p:txBody>
      </p:sp>
      <p:sp>
        <p:nvSpPr>
          <p:cNvPr id="17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57D9D66-010E-4924-B218-60C7997BE940}"/>
              </a:ext>
            </a:extLst>
          </p:cNvPr>
          <p:cNvSpPr>
            <a:spLocks xmlns:a="http://schemas.openxmlformats.org/drawingml/2006/main" noGrp="1"/>
          </p:cNvSpPr>
          <p:nvPr>
            <p:ph type="body" idx="36" hasCustomPrompt="1"/>
          </p:nvPr>
        </p:nvSpPr>
        <p:spPr>
          <a:xfrm xmlns:a="http://schemas.openxmlformats.org/drawingml/2006/main">
            <a:off x="6669663" y="3933824"/>
            <a:ext cx="1896247" cy="310371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1600" b="1">
                <a:solidFill>
                  <a:schemeClr val="tx1"/>
                </a:solidFill>
                <a:latin typeface="Gisha"/>
                <a:ea typeface="Gisha"/>
                <a:cs typeface="Gisha"/>
              </a:defRPr>
            </a:lvl1pPr>
          </a:lstStyle>
          <a:p xmlns:a="http://schemas.openxmlformats.org/drawingml/2006/main">
            <a:pPr>
              <a:buNone/>
            </a:pPr>
            <a:r>
              <a:t>NAME</a:t>
            </a:r>
          </a:p>
        </p:txBody>
      </p:sp>
      <p:sp>
        <p:nvSpPr>
          <p:cNvPr id="1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D2C7EB2-8900-45D9-82FA-D04700F062D4}"/>
              </a:ext>
            </a:extLst>
          </p:cNvPr>
          <p:cNvSpPr>
            <a:spLocks xmlns:a="http://schemas.openxmlformats.org/drawingml/2006/main" noGrp="1"/>
          </p:cNvSpPr>
          <p:nvPr>
            <p:ph type="body" idx="37" hasCustomPrompt="1"/>
          </p:nvPr>
        </p:nvSpPr>
        <p:spPr>
          <a:xfrm xmlns:a="http://schemas.openxmlformats.org/drawingml/2006/main">
            <a:off x="6669663" y="4291147"/>
            <a:ext cx="1896247" cy="310371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1200" b="1">
                <a:solidFill>
                  <a:schemeClr val="tx1"/>
                </a:solidFill>
                <a:latin typeface="Gisha"/>
                <a:ea typeface="Gisha"/>
                <a:cs typeface="Gisha"/>
              </a:defRPr>
            </a:lvl1pPr>
          </a:lstStyle>
          <a:p xmlns:a="http://schemas.openxmlformats.org/drawingml/2006/main">
            <a:pPr>
              <a:buNone/>
            </a:pPr>
            <a:r>
              <a:t>Designation</a:t>
            </a:r>
          </a:p>
        </p:txBody>
      </p:sp>
      <p:sp>
        <p:nvSpPr>
          <p:cNvPr id="1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8A64047-EDCF-46F3-BD91-143E5AA172C2}"/>
              </a:ext>
            </a:extLst>
          </p:cNvPr>
          <p:cNvSpPr>
            <a:spLocks xmlns:a="http://schemas.openxmlformats.org/drawingml/2006/main" noGrp="1"/>
          </p:cNvSpPr>
          <p:nvPr>
            <p:ph type="body" idx="38" hasCustomPrompt="1"/>
          </p:nvPr>
        </p:nvSpPr>
        <p:spPr>
          <a:xfrm xmlns:a="http://schemas.openxmlformats.org/drawingml/2006/main">
            <a:off x="6669663" y="4653987"/>
            <a:ext cx="1896247" cy="310371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1200" b="0">
                <a:solidFill>
                  <a:schemeClr val="tx1"/>
                </a:solidFill>
                <a:latin typeface="Gisha"/>
                <a:ea typeface="Gisha"/>
                <a:cs typeface="Gisha"/>
              </a:defRPr>
            </a:lvl1pPr>
          </a:lstStyle>
          <a:p xmlns:a="http://schemas.openxmlformats.org/drawingml/2006/main">
            <a:pPr>
              <a:buNone/>
            </a:pPr>
            <a:r>
              <a:t>Project Role</a:t>
            </a:r>
          </a:p>
        </p:txBody>
      </p:sp>
      <p:sp>
        <p:nvSpPr>
          <p:cNvPr id="2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BF4A08B-5EE5-4D03-B7DC-D49799F64D1A}"/>
              </a:ext>
            </a:extLst>
          </p:cNvPr>
          <p:cNvSpPr>
            <a:spLocks xmlns:a="http://schemas.openxmlformats.org/drawingml/2006/main" noGrp="1"/>
          </p:cNvSpPr>
          <p:nvPr>
            <p:ph type="body" idx="39" hasCustomPrompt="1"/>
          </p:nvPr>
        </p:nvSpPr>
        <p:spPr>
          <a:xfrm xmlns:a="http://schemas.openxmlformats.org/drawingml/2006/main">
            <a:off x="9719538" y="3933824"/>
            <a:ext cx="1896247" cy="310371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1600" b="1">
                <a:solidFill>
                  <a:schemeClr val="tx1"/>
                </a:solidFill>
                <a:latin typeface="Gisha"/>
                <a:ea typeface="Gisha"/>
                <a:cs typeface="Gisha"/>
              </a:defRPr>
            </a:lvl1pPr>
          </a:lstStyle>
          <a:p xmlns:a="http://schemas.openxmlformats.org/drawingml/2006/main">
            <a:pPr>
              <a:buNone/>
            </a:pPr>
            <a:r>
              <a:t>NAME</a:t>
            </a:r>
          </a:p>
        </p:txBody>
      </p:sp>
      <p:sp>
        <p:nvSpPr>
          <p:cNvPr id="2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2BFD729-5067-4185-83D4-88874C1960C0}"/>
              </a:ext>
            </a:extLst>
          </p:cNvPr>
          <p:cNvSpPr>
            <a:spLocks xmlns:a="http://schemas.openxmlformats.org/drawingml/2006/main" noGrp="1"/>
          </p:cNvSpPr>
          <p:nvPr>
            <p:ph type="body" idx="40" hasCustomPrompt="1"/>
          </p:nvPr>
        </p:nvSpPr>
        <p:spPr>
          <a:xfrm xmlns:a="http://schemas.openxmlformats.org/drawingml/2006/main">
            <a:off x="9719538" y="4291147"/>
            <a:ext cx="1896247" cy="310371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1200" b="1">
                <a:solidFill>
                  <a:schemeClr val="tx1"/>
                </a:solidFill>
                <a:latin typeface="Gisha"/>
                <a:ea typeface="Gisha"/>
                <a:cs typeface="Gisha"/>
              </a:defRPr>
            </a:lvl1pPr>
          </a:lstStyle>
          <a:p xmlns:a="http://schemas.openxmlformats.org/drawingml/2006/main">
            <a:pPr>
              <a:buNone/>
            </a:pPr>
            <a:r>
              <a:t>Designation</a:t>
            </a:r>
          </a:p>
        </p:txBody>
      </p:sp>
      <p:sp>
        <p:nvSpPr>
          <p:cNvPr id="2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99EB4C5-4C78-440A-B5A1-5F4A06F12B9C}"/>
              </a:ext>
            </a:extLst>
          </p:cNvPr>
          <p:cNvSpPr>
            <a:spLocks xmlns:a="http://schemas.openxmlformats.org/drawingml/2006/main" noGrp="1"/>
          </p:cNvSpPr>
          <p:nvPr>
            <p:ph type="body" idx="41" hasCustomPrompt="1"/>
          </p:nvPr>
        </p:nvSpPr>
        <p:spPr>
          <a:xfrm xmlns:a="http://schemas.openxmlformats.org/drawingml/2006/main">
            <a:off x="9719537" y="4651929"/>
            <a:ext cx="1896247" cy="310371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1200" b="0">
                <a:solidFill>
                  <a:schemeClr val="tx1"/>
                </a:solidFill>
                <a:latin typeface="Gisha"/>
                <a:ea typeface="Gisha"/>
                <a:cs typeface="Gisha"/>
              </a:defRPr>
            </a:lvl1pPr>
          </a:lstStyle>
          <a:p xmlns:a="http://schemas.openxmlformats.org/drawingml/2006/main">
            <a:pPr>
              <a:buNone/>
            </a:pPr>
            <a:r>
              <a:t>Project Role</a:t>
            </a:r>
          </a:p>
        </p:txBody>
      </p:sp>
    </p:spTree>
  </p:cSld>
</p:sldLayout>
</file>

<file path=ppt/slideLayouts/slideLayout29.xml><?xml version="1.0" encoding="utf-8"?>
<p:sldLayout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E1B46E1-546C-4B27-B390-E481E2BEAF45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1" y="246482"/>
            <a:ext cx="12191999" cy="528637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3600" b="1">
                <a:solidFill>
                  <a:srgbClr val="023F88"/>
                </a:solidFill>
                <a:latin typeface="Gisha"/>
                <a:ea typeface="Gisha"/>
                <a:cs typeface="Gisha"/>
              </a:defRPr>
            </a:lvl1pPr>
            <a:lvl2pPr>
              <a:buNone/>
              <a:defRPr sz="4000" b="1">
                <a:solidFill>
                  <a:srgbClr val="023F88"/>
                </a:solidFill>
                <a:latin typeface="Gisha"/>
                <a:ea typeface="Gisha"/>
                <a:cs typeface="Gisha"/>
              </a:defRPr>
            </a:lvl2pPr>
            <a:lvl3pPr>
              <a:buNone/>
              <a:defRPr sz="4000" b="1">
                <a:solidFill>
                  <a:srgbClr val="023F88"/>
                </a:solidFill>
                <a:latin typeface="Gisha"/>
                <a:ea typeface="Gisha"/>
                <a:cs typeface="Gisha"/>
              </a:defRPr>
            </a:lvl3pPr>
            <a:lvl4pPr>
              <a:buNone/>
              <a:defRPr sz="4000" b="1">
                <a:solidFill>
                  <a:srgbClr val="023F88"/>
                </a:solidFill>
                <a:latin typeface="Gisha"/>
                <a:ea typeface="Gisha"/>
                <a:cs typeface="Gisha"/>
              </a:defRPr>
            </a:lvl4pPr>
            <a:lvl5pPr>
              <a:buNone/>
              <a:defRPr sz="4000" b="1">
                <a:solidFill>
                  <a:srgbClr val="023F88"/>
                </a:solidFill>
                <a:latin typeface="Gisha"/>
                <a:ea typeface="Gisha"/>
                <a:cs typeface="Gisha"/>
              </a:defRPr>
            </a:lvl5pPr>
          </a:lstStyle>
          <a:p xmlns:a="http://schemas.openxmlformats.org/drawingml/2006/main">
            <a:pPr>
              <a:buNone/>
            </a:pPr>
            <a:r>
              <a:t>TITLE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417F10F4-B348-4F05-98DD-802BDF72C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7836" y="775119"/>
            <a:ext cx="1216325" cy="6901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653E3565-E815-44CE-9714-9522397476A3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0" y="933450"/>
            <a:ext cx="12192000" cy="295275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1400" b="1" spc="300">
                <a:solidFill>
                  <a:schemeClr val="tx1"/>
                </a:solidFill>
                <a:latin typeface="Gisha"/>
                <a:ea typeface="Gisha"/>
                <a:cs typeface="Gisha"/>
              </a:defRPr>
            </a:lvl1pPr>
            <a:lvl2pPr>
              <a:buNone/>
              <a:defRPr sz="1200">
                <a:latin typeface="Gisha"/>
                <a:ea typeface="Gisha"/>
                <a:cs typeface="Gisha"/>
              </a:defRPr>
            </a:lvl2pPr>
            <a:lvl3pPr>
              <a:buNone/>
              <a:defRPr sz="1200">
                <a:latin typeface="Gisha"/>
                <a:ea typeface="Gisha"/>
                <a:cs typeface="Gisha"/>
              </a:defRPr>
            </a:lvl3pPr>
            <a:lvl4pPr>
              <a:buNone/>
              <a:defRPr sz="1200">
                <a:latin typeface="Gisha"/>
                <a:ea typeface="Gisha"/>
                <a:cs typeface="Gisha"/>
              </a:defRPr>
            </a:lvl4pPr>
            <a:lvl5pPr>
              <a:buNone/>
              <a:defRPr sz="1200">
                <a:latin typeface="Gisha"/>
                <a:ea typeface="Gisha"/>
                <a:cs typeface="Gisha"/>
              </a:defRPr>
            </a:lvl5pPr>
          </a:lstStyle>
          <a:p xmlns:a="http://schemas.openxmlformats.org/drawingml/2006/main">
            <a:pPr>
              <a:buNone/>
            </a:pPr>
            <a:r>
              <a:t>SUBTITLE</a:t>
            </a:r>
          </a:p>
        </p:txBody>
      </p:sp>
    </p:spTree>
  </p:cSld>
</p:sldLayout>
</file>

<file path=ppt/slideLayouts/slideLayout30.xml><?xml version="1.0" encoding="utf-8"?>
<p:sldLayout xmlns:p="http://schemas.openxmlformats.org/presentationml/2006/main" preserve="1" userDrawn="1">
  <p:cSld name="Major Clien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traight Connector 5">
            <a:extLst xmlns:a="http://schemas.openxmlformats.org/drawingml/2006/main">
              <a:ext uri="{FF2B5EF4-FFF2-40B4-BE49-F238E27FC236}">
                <a16:creationId xmlns:a16="http://schemas.microsoft.com/office/drawing/2014/main" id="{ABE30B5D-3DBD-498A-87C5-AA7828D94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848" y="2717689"/>
            <a:ext cx="10827692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3">
                <a:alpha val="50000"/>
              </a:schemeClr>
            </a:solidFill>
          </a:ln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Straight Connector 6">
            <a:extLst xmlns:a="http://schemas.openxmlformats.org/drawingml/2006/main">
              <a:ext uri="{FF2B5EF4-FFF2-40B4-BE49-F238E27FC236}">
                <a16:creationId xmlns:a16="http://schemas.microsoft.com/office/drawing/2014/main" id="{5D383003-C5F2-4135-B126-677AC8A46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848" y="3922005"/>
            <a:ext cx="10827692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3">
                <a:alpha val="50000"/>
              </a:schemeClr>
            </a:solidFill>
          </a:ln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  <p:sp>
        <p:nvSpPr>
          <p:cNvPr id="8" name="Straight Connector 7">
            <a:extLst xmlns:a="http://schemas.openxmlformats.org/drawingml/2006/main">
              <a:ext uri="{FF2B5EF4-FFF2-40B4-BE49-F238E27FC236}">
                <a16:creationId xmlns:a16="http://schemas.microsoft.com/office/drawing/2014/main" id="{D287D240-600E-4B08-A50F-774DAF970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848" y="5144188"/>
            <a:ext cx="10827692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3">
                <a:alpha val="50000"/>
              </a:schemeClr>
            </a:solidFill>
          </a:ln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Straight Connector 8">
            <a:extLst xmlns:a="http://schemas.openxmlformats.org/drawingml/2006/main">
              <a:ext uri="{FF2B5EF4-FFF2-40B4-BE49-F238E27FC236}">
                <a16:creationId xmlns:a16="http://schemas.microsoft.com/office/drawing/2014/main" id="{8B08183E-7599-433D-B261-569EC2DE2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806764" y="1531346"/>
            <a:ext cx="0" cy="4792336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3">
                <a:alpha val="50000"/>
              </a:schemeClr>
            </a:solidFill>
          </a:ln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Straight Connector 9">
            <a:extLst xmlns:a="http://schemas.openxmlformats.org/drawingml/2006/main">
              <a:ext uri="{FF2B5EF4-FFF2-40B4-BE49-F238E27FC236}">
                <a16:creationId xmlns:a16="http://schemas.microsoft.com/office/drawing/2014/main" id="{0B3434D4-F96D-43EA-87FA-FE2CEC23D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020251" y="1531346"/>
            <a:ext cx="0" cy="4792336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3">
                <a:alpha val="50000"/>
              </a:schemeClr>
            </a:solidFill>
          </a:ln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Straight Connector 10">
            <a:extLst xmlns:a="http://schemas.openxmlformats.org/drawingml/2006/main">
              <a:ext uri="{FF2B5EF4-FFF2-40B4-BE49-F238E27FC236}">
                <a16:creationId xmlns:a16="http://schemas.microsoft.com/office/drawing/2014/main" id="{7C50D776-8BD0-4A03-B3CA-A804F56AC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235850" y="1531345"/>
            <a:ext cx="0" cy="4792337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3">
                <a:alpha val="50000"/>
              </a:schemeClr>
            </a:solidFill>
          </a:ln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Straight Connector 11">
            <a:extLst xmlns:a="http://schemas.openxmlformats.org/drawingml/2006/main">
              <a:ext uri="{FF2B5EF4-FFF2-40B4-BE49-F238E27FC236}">
                <a16:creationId xmlns:a16="http://schemas.microsoft.com/office/drawing/2014/main" id="{7613EE45-7E94-4374-A3E7-55A3E4388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449337" y="1531345"/>
            <a:ext cx="0" cy="4792337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3">
                <a:alpha val="50000"/>
              </a:schemeClr>
            </a:solidFill>
          </a:ln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Straight Connector 12">
            <a:extLst xmlns:a="http://schemas.openxmlformats.org/drawingml/2006/main">
              <a:ext uri="{FF2B5EF4-FFF2-40B4-BE49-F238E27FC236}">
                <a16:creationId xmlns:a16="http://schemas.microsoft.com/office/drawing/2014/main" id="{568D8359-2AC4-4257-AD9A-5686ED6CF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651537" y="1531345"/>
            <a:ext cx="0" cy="4792337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3">
                <a:alpha val="50000"/>
              </a:schemeClr>
            </a:solidFill>
          </a:ln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  <p:sp>
        <p:nvSpPr>
          <p:cNvPr id="14" name="Straight Connector 13">
            <a:extLst xmlns:a="http://schemas.openxmlformats.org/drawingml/2006/main">
              <a:ext uri="{FF2B5EF4-FFF2-40B4-BE49-F238E27FC236}">
                <a16:creationId xmlns:a16="http://schemas.microsoft.com/office/drawing/2014/main" id="{132C58E1-DB9C-4BCB-A6C7-77D718528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865024" y="1531346"/>
            <a:ext cx="0" cy="4792336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3">
                <a:alpha val="50000"/>
              </a:schemeClr>
            </a:solidFill>
          </a:ln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  <p:sp>
        <p:nvSpPr>
          <p:cNvPr id="15" name="Straight Connector 14">
            <a:extLst xmlns:a="http://schemas.openxmlformats.org/drawingml/2006/main">
              <a:ext uri="{FF2B5EF4-FFF2-40B4-BE49-F238E27FC236}">
                <a16:creationId xmlns:a16="http://schemas.microsoft.com/office/drawing/2014/main" id="{6C6357D2-F391-44D8-88E6-F535C7806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081435" y="1531346"/>
            <a:ext cx="0" cy="4792336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3">
                <a:alpha val="50000"/>
              </a:schemeClr>
            </a:solidFill>
          </a:ln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  <p:sp>
        <p:nvSpPr>
          <p:cNvPr id="16" name="Straight Connector 15">
            <a:extLst xmlns:a="http://schemas.openxmlformats.org/drawingml/2006/main">
              <a:ext uri="{FF2B5EF4-FFF2-40B4-BE49-F238E27FC236}">
                <a16:creationId xmlns:a16="http://schemas.microsoft.com/office/drawing/2014/main" id="{3BC17154-163F-44C0-9F9D-417D715DA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0294922" y="1531345"/>
            <a:ext cx="0" cy="4792337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3">
                <a:alpha val="50000"/>
              </a:schemeClr>
            </a:solidFill>
          </a:ln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BD9F5CAC-0C08-48B9-B343-CB7337571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7836" y="775119"/>
            <a:ext cx="1216325" cy="6901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F13BBB90-79F8-4071-B54F-0890A02316B2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0" y="933450"/>
            <a:ext cx="12192000" cy="295275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1400" b="1" spc="300">
                <a:solidFill>
                  <a:schemeClr val="tx1"/>
                </a:solidFill>
                <a:latin typeface="Gisha"/>
                <a:ea typeface="Gisha"/>
                <a:cs typeface="Gisha"/>
              </a:defRPr>
            </a:lvl1pPr>
            <a:lvl2pPr>
              <a:buNone/>
              <a:defRPr sz="1200">
                <a:latin typeface="Gisha"/>
                <a:ea typeface="Gisha"/>
                <a:cs typeface="Gisha"/>
              </a:defRPr>
            </a:lvl2pPr>
            <a:lvl3pPr>
              <a:buNone/>
              <a:defRPr sz="1200">
                <a:latin typeface="Gisha"/>
                <a:ea typeface="Gisha"/>
                <a:cs typeface="Gisha"/>
              </a:defRPr>
            </a:lvl3pPr>
            <a:lvl4pPr>
              <a:buNone/>
              <a:defRPr sz="1200">
                <a:latin typeface="Gisha"/>
                <a:ea typeface="Gisha"/>
                <a:cs typeface="Gisha"/>
              </a:defRPr>
            </a:lvl4pPr>
            <a:lvl5pPr>
              <a:buNone/>
              <a:defRPr sz="1200">
                <a:latin typeface="Gisha"/>
                <a:ea typeface="Gisha"/>
                <a:cs typeface="Gisha"/>
              </a:defRPr>
            </a:lvl5pPr>
          </a:lstStyle>
          <a:p xmlns:a="http://schemas.openxmlformats.org/drawingml/2006/main">
            <a:pPr>
              <a:buNone/>
            </a:pPr>
            <a:r>
              <a:t>SUBTITLE</a:t>
            </a:r>
          </a:p>
        </p:txBody>
      </p:sp>
      <p:sp>
        <p:nvSpPr>
          <p:cNvPr id="20" name="Text Placeholder 1">
            <a:extLst xmlns:a="http://schemas.openxmlformats.org/drawingml/2006/main">
              <a:ext uri="{FF2B5EF4-FFF2-40B4-BE49-F238E27FC236}">
                <a16:creationId xmlns:a16="http://schemas.microsoft.com/office/drawing/2014/main" id="{39359FF0-25FF-4326-B8CB-BB45721E7CFB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1" y="246482"/>
            <a:ext cx="12191999" cy="528637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3600" b="1">
                <a:solidFill>
                  <a:srgbClr val="023F88"/>
                </a:solidFill>
                <a:latin typeface="Gisha"/>
                <a:ea typeface="Gisha"/>
                <a:cs typeface="Gisha"/>
              </a:defRPr>
            </a:lvl1pPr>
          </a:lstStyle>
          <a:p xmlns:a="http://schemas.openxmlformats.org/drawingml/2006/main">
            <a:r>
              <a:t>OUR MAJOR CLIENTS</a:t>
            </a:r>
          </a:p>
        </p:txBody>
      </p:sp>
    </p:spTree>
  </p:cSld>
</p:sldLayout>
</file>

<file path=ppt/slideLayouts/slideLayout31.xml><?xml version="1.0" encoding="utf-8"?>
<p:sldLayout xmlns:p="http://schemas.openxmlformats.org/presentationml/2006/main" preserve="1" userDrawn="1">
  <p:cSld name="1_Major Clien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traight Connector 5">
            <a:extLst xmlns:a="http://schemas.openxmlformats.org/drawingml/2006/main">
              <a:ext uri="{FF2B5EF4-FFF2-40B4-BE49-F238E27FC236}">
                <a16:creationId xmlns:a16="http://schemas.microsoft.com/office/drawing/2014/main" id="{DBD5EF24-0F14-4B70-8438-1DF4BB74E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2717689"/>
            <a:ext cx="8339328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3">
                <a:alpha val="50000"/>
              </a:schemeClr>
            </a:solidFill>
          </a:ln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Straight Connector 6">
            <a:extLst xmlns:a="http://schemas.openxmlformats.org/drawingml/2006/main">
              <a:ext uri="{FF2B5EF4-FFF2-40B4-BE49-F238E27FC236}">
                <a16:creationId xmlns:a16="http://schemas.microsoft.com/office/drawing/2014/main" id="{2518A61B-7433-4610-8426-E9491BB5B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3922005"/>
            <a:ext cx="8430768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3">
                <a:alpha val="50000"/>
              </a:schemeClr>
            </a:solidFill>
          </a:ln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  <p:sp>
        <p:nvSpPr>
          <p:cNvPr id="8" name="Straight Connector 7">
            <a:extLst xmlns:a="http://schemas.openxmlformats.org/drawingml/2006/main">
              <a:ext uri="{FF2B5EF4-FFF2-40B4-BE49-F238E27FC236}">
                <a16:creationId xmlns:a16="http://schemas.microsoft.com/office/drawing/2014/main" id="{45E2ACA7-2A99-4ACC-AB43-F109CB2D3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3664" y="5144188"/>
            <a:ext cx="8494776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3">
                <a:alpha val="50000"/>
              </a:schemeClr>
            </a:solidFill>
          </a:ln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Straight Connector 9">
            <a:extLst xmlns:a="http://schemas.openxmlformats.org/drawingml/2006/main">
              <a:ext uri="{FF2B5EF4-FFF2-40B4-BE49-F238E27FC236}">
                <a16:creationId xmlns:a16="http://schemas.microsoft.com/office/drawing/2014/main" id="{B02054EA-8078-4DA4-BAEE-A96385E08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020251" y="1531346"/>
            <a:ext cx="0" cy="4792336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3">
                <a:alpha val="50000"/>
              </a:schemeClr>
            </a:solidFill>
          </a:ln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Straight Connector 10">
            <a:extLst xmlns:a="http://schemas.openxmlformats.org/drawingml/2006/main">
              <a:ext uri="{FF2B5EF4-FFF2-40B4-BE49-F238E27FC236}">
                <a16:creationId xmlns:a16="http://schemas.microsoft.com/office/drawing/2014/main" id="{90A60950-9AA8-44C6-9AA8-112750469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235850" y="1531345"/>
            <a:ext cx="0" cy="4792337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3">
                <a:alpha val="50000"/>
              </a:schemeClr>
            </a:solidFill>
          </a:ln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Straight Connector 11">
            <a:extLst xmlns:a="http://schemas.openxmlformats.org/drawingml/2006/main">
              <a:ext uri="{FF2B5EF4-FFF2-40B4-BE49-F238E27FC236}">
                <a16:creationId xmlns:a16="http://schemas.microsoft.com/office/drawing/2014/main" id="{090F02DE-5106-4545-9814-D57CEAA9A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449337" y="1531345"/>
            <a:ext cx="0" cy="4792337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3">
                <a:alpha val="50000"/>
              </a:schemeClr>
            </a:solidFill>
          </a:ln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Straight Connector 12">
            <a:extLst xmlns:a="http://schemas.openxmlformats.org/drawingml/2006/main">
              <a:ext uri="{FF2B5EF4-FFF2-40B4-BE49-F238E27FC236}">
                <a16:creationId xmlns:a16="http://schemas.microsoft.com/office/drawing/2014/main" id="{F61AE9EF-DDD0-4C4D-90E0-536EE8714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651537" y="1531345"/>
            <a:ext cx="0" cy="4792337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3">
                <a:alpha val="50000"/>
              </a:schemeClr>
            </a:solidFill>
          </a:ln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  <p:sp>
        <p:nvSpPr>
          <p:cNvPr id="14" name="Straight Connector 13">
            <a:extLst xmlns:a="http://schemas.openxmlformats.org/drawingml/2006/main">
              <a:ext uri="{FF2B5EF4-FFF2-40B4-BE49-F238E27FC236}">
                <a16:creationId xmlns:a16="http://schemas.microsoft.com/office/drawing/2014/main" id="{71E1190E-8A2B-42BC-9177-9229C410D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865024" y="1531346"/>
            <a:ext cx="0" cy="4792336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3">
                <a:alpha val="50000"/>
              </a:schemeClr>
            </a:solidFill>
          </a:ln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  <p:sp>
        <p:nvSpPr>
          <p:cNvPr id="15" name="Straight Connector 14">
            <a:extLst xmlns:a="http://schemas.openxmlformats.org/drawingml/2006/main">
              <a:ext uri="{FF2B5EF4-FFF2-40B4-BE49-F238E27FC236}">
                <a16:creationId xmlns:a16="http://schemas.microsoft.com/office/drawing/2014/main" id="{66D56390-5B30-48AA-B6EB-0F4058F0B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081435" y="1531346"/>
            <a:ext cx="0" cy="4792336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3">
                <a:alpha val="50000"/>
              </a:schemeClr>
            </a:solidFill>
          </a:ln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BD9F5CAC-0C08-48B9-B343-CB7337571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7836" y="775119"/>
            <a:ext cx="1216325" cy="6901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F13BBB90-79F8-4071-B54F-0890A02316B2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0" y="933450"/>
            <a:ext cx="12192000" cy="295275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1400" b="1" spc="300">
                <a:solidFill>
                  <a:schemeClr val="tx1"/>
                </a:solidFill>
                <a:latin typeface="Gisha"/>
                <a:ea typeface="Gisha"/>
                <a:cs typeface="Gisha"/>
              </a:defRPr>
            </a:lvl1pPr>
            <a:lvl2pPr>
              <a:buNone/>
              <a:defRPr sz="1200">
                <a:latin typeface="Gisha"/>
                <a:ea typeface="Gisha"/>
                <a:cs typeface="Gisha"/>
              </a:defRPr>
            </a:lvl2pPr>
            <a:lvl3pPr>
              <a:buNone/>
              <a:defRPr sz="1200">
                <a:latin typeface="Gisha"/>
                <a:ea typeface="Gisha"/>
                <a:cs typeface="Gisha"/>
              </a:defRPr>
            </a:lvl3pPr>
            <a:lvl4pPr>
              <a:buNone/>
              <a:defRPr sz="1200">
                <a:latin typeface="Gisha"/>
                <a:ea typeface="Gisha"/>
                <a:cs typeface="Gisha"/>
              </a:defRPr>
            </a:lvl4pPr>
            <a:lvl5pPr>
              <a:buNone/>
              <a:defRPr sz="1200">
                <a:latin typeface="Gisha"/>
                <a:ea typeface="Gisha"/>
                <a:cs typeface="Gisha"/>
              </a:defRPr>
            </a:lvl5pPr>
          </a:lstStyle>
          <a:p xmlns:a="http://schemas.openxmlformats.org/drawingml/2006/main">
            <a:pPr>
              <a:buNone/>
            </a:pPr>
            <a:r>
              <a:t>SUBTITLE</a:t>
            </a:r>
          </a:p>
        </p:txBody>
      </p:sp>
      <p:sp>
        <p:nvSpPr>
          <p:cNvPr id="20" name="Text Placeholder 1">
            <a:extLst xmlns:a="http://schemas.openxmlformats.org/drawingml/2006/main">
              <a:ext uri="{FF2B5EF4-FFF2-40B4-BE49-F238E27FC236}">
                <a16:creationId xmlns:a16="http://schemas.microsoft.com/office/drawing/2014/main" id="{39359FF0-25FF-4326-B8CB-BB45721E7CFB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1" y="246482"/>
            <a:ext cx="12191999" cy="528637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3600" b="1">
                <a:solidFill>
                  <a:srgbClr val="023F88"/>
                </a:solidFill>
                <a:latin typeface="Gisha"/>
                <a:ea typeface="Gisha"/>
                <a:cs typeface="Gisha"/>
              </a:defRPr>
            </a:lvl1pPr>
          </a:lstStyle>
          <a:p xmlns:a="http://schemas.openxmlformats.org/drawingml/2006/main">
            <a:r>
              <a:t>OUR MAJOR CLIENTS</a:t>
            </a:r>
          </a:p>
        </p:txBody>
      </p:sp>
    </p:spTree>
  </p:cSld>
</p:sldLayout>
</file>

<file path=ppt/slideLayouts/slideLayout32.xml><?xml version="1.0" encoding="utf-8"?>
<p:sldLayout xmlns:p="http://schemas.openxmlformats.org/presentationml/2006/main" preserve="1" userDrawn="1">
  <p:cSld name="2_Major Clien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traight Connector 5">
            <a:extLst xmlns:a="http://schemas.openxmlformats.org/drawingml/2006/main">
              <a:ext uri="{FF2B5EF4-FFF2-40B4-BE49-F238E27FC236}">
                <a16:creationId xmlns:a16="http://schemas.microsoft.com/office/drawing/2014/main" id="{CAAF2183-4BEA-4B79-993D-BD27B6B77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2717689"/>
            <a:ext cx="8339328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3">
                <a:alpha val="50000"/>
              </a:schemeClr>
            </a:solidFill>
          </a:ln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Straight Connector 6">
            <a:extLst xmlns:a="http://schemas.openxmlformats.org/drawingml/2006/main">
              <a:ext uri="{FF2B5EF4-FFF2-40B4-BE49-F238E27FC236}">
                <a16:creationId xmlns:a16="http://schemas.microsoft.com/office/drawing/2014/main" id="{5ADA4DAA-7915-427E-8A60-EB76ABE7E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3990375"/>
            <a:ext cx="8430768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3">
                <a:alpha val="50000"/>
              </a:schemeClr>
            </a:solidFill>
          </a:ln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  <p:sp>
        <p:nvSpPr>
          <p:cNvPr id="8" name="Straight Connector 7">
            <a:extLst xmlns:a="http://schemas.openxmlformats.org/drawingml/2006/main">
              <a:ext uri="{FF2B5EF4-FFF2-40B4-BE49-F238E27FC236}">
                <a16:creationId xmlns:a16="http://schemas.microsoft.com/office/drawing/2014/main" id="{0F13BA29-46BB-4593-BE28-D0A14DD58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3664" y="5263060"/>
            <a:ext cx="8494776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3">
                <a:alpha val="50000"/>
              </a:schemeClr>
            </a:solidFill>
          </a:ln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Straight Connector 9">
            <a:extLst xmlns:a="http://schemas.openxmlformats.org/drawingml/2006/main">
              <a:ext uri="{FF2B5EF4-FFF2-40B4-BE49-F238E27FC236}">
                <a16:creationId xmlns:a16="http://schemas.microsoft.com/office/drawing/2014/main" id="{FDD0340E-6F7C-4F26-AEE6-31D77582D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514027" y="1525837"/>
            <a:ext cx="0" cy="4792336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3">
                <a:alpha val="50000"/>
              </a:schemeClr>
            </a:solidFill>
          </a:ln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Straight Connector 11">
            <a:extLst xmlns:a="http://schemas.openxmlformats.org/drawingml/2006/main">
              <a:ext uri="{FF2B5EF4-FFF2-40B4-BE49-F238E27FC236}">
                <a16:creationId xmlns:a16="http://schemas.microsoft.com/office/drawing/2014/main" id="{331E538E-3EA6-426F-AA75-0C8594F5E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290582" y="1525837"/>
            <a:ext cx="0" cy="4792337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3">
                <a:alpha val="50000"/>
              </a:schemeClr>
            </a:solidFill>
          </a:ln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Straight Connector 12">
            <a:extLst xmlns:a="http://schemas.openxmlformats.org/drawingml/2006/main">
              <a:ext uri="{FF2B5EF4-FFF2-40B4-BE49-F238E27FC236}">
                <a16:creationId xmlns:a16="http://schemas.microsoft.com/office/drawing/2014/main" id="{35D28320-11BF-4F4C-A3A1-7D2040378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067137" y="1525837"/>
            <a:ext cx="0" cy="4792337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3">
                <a:alpha val="50000"/>
              </a:schemeClr>
            </a:solidFill>
          </a:ln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  <p:sp>
        <p:nvSpPr>
          <p:cNvPr id="15" name="Straight Connector 14">
            <a:extLst xmlns:a="http://schemas.openxmlformats.org/drawingml/2006/main">
              <a:ext uri="{FF2B5EF4-FFF2-40B4-BE49-F238E27FC236}">
                <a16:creationId xmlns:a16="http://schemas.microsoft.com/office/drawing/2014/main" id="{A35D196E-C5E5-4C50-8C17-0AF013A1A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843691" y="1525837"/>
            <a:ext cx="0" cy="4792336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3">
                <a:alpha val="50000"/>
              </a:schemeClr>
            </a:solidFill>
          </a:ln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BD9F5CAC-0C08-48B9-B343-CB7337571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7836" y="775119"/>
            <a:ext cx="1216325" cy="6901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F13BBB90-79F8-4071-B54F-0890A02316B2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0" y="933450"/>
            <a:ext cx="12192000" cy="295275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1400" b="1" spc="300">
                <a:solidFill>
                  <a:schemeClr val="tx1"/>
                </a:solidFill>
                <a:latin typeface="Gisha"/>
                <a:ea typeface="Gisha"/>
                <a:cs typeface="Gisha"/>
              </a:defRPr>
            </a:lvl1pPr>
            <a:lvl2pPr>
              <a:buNone/>
              <a:defRPr sz="1200">
                <a:latin typeface="Gisha"/>
                <a:ea typeface="Gisha"/>
                <a:cs typeface="Gisha"/>
              </a:defRPr>
            </a:lvl2pPr>
            <a:lvl3pPr>
              <a:buNone/>
              <a:defRPr sz="1200">
                <a:latin typeface="Gisha"/>
                <a:ea typeface="Gisha"/>
                <a:cs typeface="Gisha"/>
              </a:defRPr>
            </a:lvl3pPr>
            <a:lvl4pPr>
              <a:buNone/>
              <a:defRPr sz="1200">
                <a:latin typeface="Gisha"/>
                <a:ea typeface="Gisha"/>
                <a:cs typeface="Gisha"/>
              </a:defRPr>
            </a:lvl4pPr>
            <a:lvl5pPr>
              <a:buNone/>
              <a:defRPr sz="1200">
                <a:latin typeface="Gisha"/>
                <a:ea typeface="Gisha"/>
                <a:cs typeface="Gisha"/>
              </a:defRPr>
            </a:lvl5pPr>
          </a:lstStyle>
          <a:p xmlns:a="http://schemas.openxmlformats.org/drawingml/2006/main">
            <a:pPr>
              <a:buNone/>
            </a:pPr>
            <a:r>
              <a:t>SUBTITLE</a:t>
            </a:r>
          </a:p>
        </p:txBody>
      </p:sp>
      <p:sp>
        <p:nvSpPr>
          <p:cNvPr id="20" name="Text Placeholder 1">
            <a:extLst xmlns:a="http://schemas.openxmlformats.org/drawingml/2006/main">
              <a:ext uri="{FF2B5EF4-FFF2-40B4-BE49-F238E27FC236}">
                <a16:creationId xmlns:a16="http://schemas.microsoft.com/office/drawing/2014/main" id="{39359FF0-25FF-4326-B8CB-BB45721E7CFB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1" y="246482"/>
            <a:ext cx="12191999" cy="528637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3600" b="1">
                <a:solidFill>
                  <a:srgbClr val="023F88"/>
                </a:solidFill>
                <a:latin typeface="Gisha"/>
                <a:ea typeface="Gisha"/>
                <a:cs typeface="Gisha"/>
              </a:defRPr>
            </a:lvl1pPr>
          </a:lstStyle>
          <a:p xmlns:a="http://schemas.openxmlformats.org/drawingml/2006/main">
            <a:r>
              <a:t>OUR MAJOR CLIENTS</a:t>
            </a:r>
          </a:p>
        </p:txBody>
      </p:sp>
    </p:spTree>
  </p:cSld>
</p:sldLayout>
</file>

<file path=ppt/slideLayouts/slideLayout33.xml><?xml version="1.0" encoding="utf-8"?>
<p:sldLayout xmlns:p="http://schemas.openxmlformats.org/presentationml/2006/main" preserve="1" userDrawn="1">
  <p:cSld name="3_Major Clien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traight Connector 5">
            <a:extLst xmlns:a="http://schemas.openxmlformats.org/drawingml/2006/main">
              <a:ext uri="{FF2B5EF4-FFF2-40B4-BE49-F238E27FC236}">
                <a16:creationId xmlns:a16="http://schemas.microsoft.com/office/drawing/2014/main" id="{184F13A2-02E4-49BC-AB65-B88E5AB99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2717689"/>
            <a:ext cx="8339328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3">
                <a:alpha val="50000"/>
              </a:schemeClr>
            </a:solidFill>
          </a:ln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Straight Connector 6">
            <a:extLst xmlns:a="http://schemas.openxmlformats.org/drawingml/2006/main">
              <a:ext uri="{FF2B5EF4-FFF2-40B4-BE49-F238E27FC236}">
                <a16:creationId xmlns:a16="http://schemas.microsoft.com/office/drawing/2014/main" id="{4C8C67B4-9A60-4953-BEEE-BF56867C9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3990375"/>
            <a:ext cx="8430768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3">
                <a:alpha val="50000"/>
              </a:schemeClr>
            </a:solidFill>
          </a:ln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  <p:sp>
        <p:nvSpPr>
          <p:cNvPr id="8" name="Straight Connector 7">
            <a:extLst xmlns:a="http://schemas.openxmlformats.org/drawingml/2006/main">
              <a:ext uri="{FF2B5EF4-FFF2-40B4-BE49-F238E27FC236}">
                <a16:creationId xmlns:a16="http://schemas.microsoft.com/office/drawing/2014/main" id="{AEF471D8-6487-419D-BE41-D4B7BAD19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3664" y="5263060"/>
            <a:ext cx="8494776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3">
                <a:alpha val="50000"/>
              </a:schemeClr>
            </a:solidFill>
          </a:ln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Straight Connector 11">
            <a:extLst xmlns:a="http://schemas.openxmlformats.org/drawingml/2006/main">
              <a:ext uri="{FF2B5EF4-FFF2-40B4-BE49-F238E27FC236}">
                <a16:creationId xmlns:a16="http://schemas.microsoft.com/office/drawing/2014/main" id="{6AA05397-8A6C-4B22-A350-7FDDC5DBC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854974" y="1525836"/>
            <a:ext cx="0" cy="4792337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3">
                <a:alpha val="50000"/>
              </a:schemeClr>
            </a:solidFill>
          </a:ln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Straight Connector 12">
            <a:extLst xmlns:a="http://schemas.openxmlformats.org/drawingml/2006/main">
              <a:ext uri="{FF2B5EF4-FFF2-40B4-BE49-F238E27FC236}">
                <a16:creationId xmlns:a16="http://schemas.microsoft.com/office/drawing/2014/main" id="{5E27AE0F-0713-4E49-9431-3D03E2C8F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244177" y="1525836"/>
            <a:ext cx="0" cy="4792337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3">
                <a:alpha val="50000"/>
              </a:schemeClr>
            </a:solidFill>
          </a:ln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  <p:sp>
        <p:nvSpPr>
          <p:cNvPr id="15" name="Straight Connector 14">
            <a:extLst xmlns:a="http://schemas.openxmlformats.org/drawingml/2006/main">
              <a:ext uri="{FF2B5EF4-FFF2-40B4-BE49-F238E27FC236}">
                <a16:creationId xmlns:a16="http://schemas.microsoft.com/office/drawing/2014/main" id="{F52E6B70-8538-484C-95FC-CD0D895CB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633379" y="1525836"/>
            <a:ext cx="0" cy="4792336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3">
                <a:alpha val="50000"/>
              </a:schemeClr>
            </a:solidFill>
          </a:ln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BD9F5CAC-0C08-48B9-B343-CB7337571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7836" y="775119"/>
            <a:ext cx="1216325" cy="6901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F13BBB90-79F8-4071-B54F-0890A02316B2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0" y="933450"/>
            <a:ext cx="12192000" cy="295275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1400" b="1" spc="300">
                <a:solidFill>
                  <a:schemeClr val="tx1"/>
                </a:solidFill>
                <a:latin typeface="Gisha"/>
                <a:ea typeface="Gisha"/>
                <a:cs typeface="Gisha"/>
              </a:defRPr>
            </a:lvl1pPr>
            <a:lvl2pPr>
              <a:buNone/>
              <a:defRPr sz="1200">
                <a:latin typeface="Gisha"/>
                <a:ea typeface="Gisha"/>
                <a:cs typeface="Gisha"/>
              </a:defRPr>
            </a:lvl2pPr>
            <a:lvl3pPr>
              <a:buNone/>
              <a:defRPr sz="1200">
                <a:latin typeface="Gisha"/>
                <a:ea typeface="Gisha"/>
                <a:cs typeface="Gisha"/>
              </a:defRPr>
            </a:lvl3pPr>
            <a:lvl4pPr>
              <a:buNone/>
              <a:defRPr sz="1200">
                <a:latin typeface="Gisha"/>
                <a:ea typeface="Gisha"/>
                <a:cs typeface="Gisha"/>
              </a:defRPr>
            </a:lvl4pPr>
            <a:lvl5pPr>
              <a:buNone/>
              <a:defRPr sz="1200">
                <a:latin typeface="Gisha"/>
                <a:ea typeface="Gisha"/>
                <a:cs typeface="Gisha"/>
              </a:defRPr>
            </a:lvl5pPr>
          </a:lstStyle>
          <a:p xmlns:a="http://schemas.openxmlformats.org/drawingml/2006/main">
            <a:pPr>
              <a:buNone/>
            </a:pPr>
            <a:r>
              <a:t>SUBTITLE</a:t>
            </a:r>
          </a:p>
        </p:txBody>
      </p:sp>
      <p:sp>
        <p:nvSpPr>
          <p:cNvPr id="20" name="Text Placeholder 1">
            <a:extLst xmlns:a="http://schemas.openxmlformats.org/drawingml/2006/main">
              <a:ext uri="{FF2B5EF4-FFF2-40B4-BE49-F238E27FC236}">
                <a16:creationId xmlns:a16="http://schemas.microsoft.com/office/drawing/2014/main" id="{39359FF0-25FF-4326-B8CB-BB45721E7CFB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1" y="246482"/>
            <a:ext cx="12191999" cy="528637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3600" b="1">
                <a:solidFill>
                  <a:srgbClr val="023F88"/>
                </a:solidFill>
                <a:latin typeface="Gisha"/>
                <a:ea typeface="Gisha"/>
                <a:cs typeface="Gisha"/>
              </a:defRPr>
            </a:lvl1pPr>
          </a:lstStyle>
          <a:p xmlns:a="http://schemas.openxmlformats.org/drawingml/2006/main">
            <a:r>
              <a:t>OUR MAJOR CLIENTS</a:t>
            </a:r>
          </a:p>
        </p:txBody>
      </p:sp>
    </p:spTree>
  </p:cSld>
</p:sldLayout>
</file>

<file path=ppt/slideLayouts/slideLayout34.xml><?xml version="1.0" encoding="utf-8"?>
<p:sldLayout xmlns:p="http://schemas.openxmlformats.org/presentationml/2006/main" preserve="1" userDrawn="1">
  <p:cSld name="4_Major Clien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traight Connector 5">
            <a:extLst xmlns:a="http://schemas.openxmlformats.org/drawingml/2006/main">
              <a:ext uri="{FF2B5EF4-FFF2-40B4-BE49-F238E27FC236}">
                <a16:creationId xmlns:a16="http://schemas.microsoft.com/office/drawing/2014/main" id="{728FF90F-2EF7-488C-81D8-0C96766DB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280" y="3037729"/>
            <a:ext cx="786384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3">
                <a:alpha val="50000"/>
              </a:schemeClr>
            </a:solidFill>
          </a:ln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Straight Connector 6">
            <a:extLst xmlns:a="http://schemas.openxmlformats.org/drawingml/2006/main">
              <a:ext uri="{FF2B5EF4-FFF2-40B4-BE49-F238E27FC236}">
                <a16:creationId xmlns:a16="http://schemas.microsoft.com/office/drawing/2014/main" id="{EEB5F0FC-D20F-45E9-8DD4-66A3389BD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280" y="4767615"/>
            <a:ext cx="786384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3">
                <a:alpha val="50000"/>
              </a:schemeClr>
            </a:solidFill>
          </a:ln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Straight Connector 11">
            <a:extLst xmlns:a="http://schemas.openxmlformats.org/drawingml/2006/main">
              <a:ext uri="{FF2B5EF4-FFF2-40B4-BE49-F238E27FC236}">
                <a16:creationId xmlns:a16="http://schemas.microsoft.com/office/drawing/2014/main" id="{3E767600-CB7E-4024-9D0A-0EF24D3C3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891550" y="1525836"/>
            <a:ext cx="0" cy="4792337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3">
                <a:alpha val="50000"/>
              </a:schemeClr>
            </a:solidFill>
          </a:ln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Straight Connector 12">
            <a:extLst xmlns:a="http://schemas.openxmlformats.org/drawingml/2006/main">
              <a:ext uri="{FF2B5EF4-FFF2-40B4-BE49-F238E27FC236}">
                <a16:creationId xmlns:a16="http://schemas.microsoft.com/office/drawing/2014/main" id="{9AD2AEB5-5C70-4BA7-8D62-144847EDC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175596" y="1525837"/>
            <a:ext cx="0" cy="4792337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3">
                <a:alpha val="50000"/>
              </a:schemeClr>
            </a:solidFill>
          </a:ln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  <p:sp>
        <p:nvSpPr>
          <p:cNvPr id="15" name="Straight Connector 14">
            <a:extLst xmlns:a="http://schemas.openxmlformats.org/drawingml/2006/main">
              <a:ext uri="{FF2B5EF4-FFF2-40B4-BE49-F238E27FC236}">
                <a16:creationId xmlns:a16="http://schemas.microsoft.com/office/drawing/2014/main" id="{5D16D18B-0840-4640-B1E7-EB25695FE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459643" y="1525836"/>
            <a:ext cx="0" cy="4792336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3">
                <a:alpha val="50000"/>
              </a:schemeClr>
            </a:solidFill>
          </a:ln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BD9F5CAC-0C08-48B9-B343-CB7337571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7836" y="775119"/>
            <a:ext cx="1216325" cy="6901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F13BBB90-79F8-4071-B54F-0890A02316B2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0" y="933450"/>
            <a:ext cx="12192000" cy="295275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1400" b="1" spc="300">
                <a:solidFill>
                  <a:schemeClr val="tx1"/>
                </a:solidFill>
                <a:latin typeface="Gisha"/>
                <a:ea typeface="Gisha"/>
                <a:cs typeface="Gisha"/>
              </a:defRPr>
            </a:lvl1pPr>
            <a:lvl2pPr>
              <a:buNone/>
              <a:defRPr sz="1200">
                <a:latin typeface="Gisha"/>
                <a:ea typeface="Gisha"/>
                <a:cs typeface="Gisha"/>
              </a:defRPr>
            </a:lvl2pPr>
            <a:lvl3pPr>
              <a:buNone/>
              <a:defRPr sz="1200">
                <a:latin typeface="Gisha"/>
                <a:ea typeface="Gisha"/>
                <a:cs typeface="Gisha"/>
              </a:defRPr>
            </a:lvl3pPr>
            <a:lvl4pPr>
              <a:buNone/>
              <a:defRPr sz="1200">
                <a:latin typeface="Gisha"/>
                <a:ea typeface="Gisha"/>
                <a:cs typeface="Gisha"/>
              </a:defRPr>
            </a:lvl4pPr>
            <a:lvl5pPr>
              <a:buNone/>
              <a:defRPr sz="1200">
                <a:latin typeface="Gisha"/>
                <a:ea typeface="Gisha"/>
                <a:cs typeface="Gisha"/>
              </a:defRPr>
            </a:lvl5pPr>
          </a:lstStyle>
          <a:p xmlns:a="http://schemas.openxmlformats.org/drawingml/2006/main">
            <a:pPr>
              <a:buNone/>
            </a:pPr>
            <a:r>
              <a:t>SUBTITLE</a:t>
            </a:r>
          </a:p>
        </p:txBody>
      </p:sp>
      <p:sp>
        <p:nvSpPr>
          <p:cNvPr id="20" name="Text Placeholder 1">
            <a:extLst xmlns:a="http://schemas.openxmlformats.org/drawingml/2006/main">
              <a:ext uri="{FF2B5EF4-FFF2-40B4-BE49-F238E27FC236}">
                <a16:creationId xmlns:a16="http://schemas.microsoft.com/office/drawing/2014/main" id="{39359FF0-25FF-4326-B8CB-BB45721E7CFB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1" y="246482"/>
            <a:ext cx="12191999" cy="528637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3600" b="1">
                <a:solidFill>
                  <a:srgbClr val="023F88"/>
                </a:solidFill>
                <a:latin typeface="Gisha"/>
                <a:ea typeface="Gisha"/>
                <a:cs typeface="Gisha"/>
              </a:defRPr>
            </a:lvl1pPr>
          </a:lstStyle>
          <a:p xmlns:a="http://schemas.openxmlformats.org/drawingml/2006/main">
            <a:r>
              <a:t>OUR MAJOR CLIENTS</a:t>
            </a:r>
          </a:p>
        </p:txBody>
      </p:sp>
    </p:spTree>
  </p:cSld>
</p:sldLayout>
</file>

<file path=ppt/slideLayouts/slideLayout35.xml><?xml version="1.0" encoding="utf-8"?>
<p:sldLayout xmlns:p="http://schemas.openxmlformats.org/presentationml/2006/main" userDrawn="1">
  <p:cSld name="5_TeamOverview(3x3)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Picture Placeholder 13">
            <a:extLst xmlns:a="http://schemas.openxmlformats.org/drawingml/2006/main">
              <a:ext uri="{FF2B5EF4-FFF2-40B4-BE49-F238E27FC236}">
                <a16:creationId xmlns:a16="http://schemas.microsoft.com/office/drawing/2014/main" id="{F48ED69F-ACCD-4BF1-B161-41D4CC8A5A46}"/>
              </a:ext>
            </a:extLst>
          </p:cNvPr>
          <p:cNvSpPr>
            <a:spLocks xmlns:a="http://schemas.openxmlformats.org/drawingml/2006/main" noGrp="1"/>
          </p:cNvSpPr>
          <p:nvPr>
            <p:ph type="pic" idx="26"/>
          </p:nvPr>
        </p:nvSpPr>
        <p:spPr>
          <a:xfrm xmlns:a="http://schemas.openxmlformats.org/drawingml/2006/main">
            <a:off x="8257657" y="1836610"/>
            <a:ext cx="1895570" cy="1895076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300" b="1" i="0">
                <a:ln>
                  <a:noFill/>
                </a:ln>
                <a:solidFill>
                  <a:schemeClr val="tx2"/>
                </a:solidFill>
                <a:latin typeface="Roboto"/>
                <a:ea typeface="Roboto"/>
                <a:cs typeface="Roboto"/>
              </a:defRPr>
            </a:lvl1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20" name="Picture Placeholder 13">
            <a:extLst xmlns:a="http://schemas.openxmlformats.org/drawingml/2006/main">
              <a:ext uri="{FF2B5EF4-FFF2-40B4-BE49-F238E27FC236}">
                <a16:creationId xmlns:a16="http://schemas.microsoft.com/office/drawing/2014/main" id="{8F8E9E32-3FD4-47E0-8960-5EB913231213}"/>
              </a:ext>
            </a:extLst>
          </p:cNvPr>
          <p:cNvSpPr>
            <a:spLocks xmlns:a="http://schemas.openxmlformats.org/drawingml/2006/main" noGrp="1"/>
          </p:cNvSpPr>
          <p:nvPr>
            <p:ph type="pic" idx="27"/>
          </p:nvPr>
        </p:nvSpPr>
        <p:spPr>
          <a:xfrm xmlns:a="http://schemas.openxmlformats.org/drawingml/2006/main">
            <a:off x="5148215" y="1836610"/>
            <a:ext cx="1895570" cy="1895076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300" b="1" i="0">
                <a:ln>
                  <a:noFill/>
                </a:ln>
                <a:solidFill>
                  <a:schemeClr val="tx2"/>
                </a:solidFill>
                <a:latin typeface="Roboto"/>
                <a:ea typeface="Roboto"/>
                <a:cs typeface="Roboto"/>
              </a:defRPr>
            </a:lvl1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21" name="Picture Placeholder 13">
            <a:extLst xmlns:a="http://schemas.openxmlformats.org/drawingml/2006/main">
              <a:ext uri="{FF2B5EF4-FFF2-40B4-BE49-F238E27FC236}">
                <a16:creationId xmlns:a16="http://schemas.microsoft.com/office/drawing/2014/main" id="{E02A7123-E386-4C13-8F90-C10604793FF8}"/>
              </a:ext>
            </a:extLst>
          </p:cNvPr>
          <p:cNvSpPr>
            <a:spLocks xmlns:a="http://schemas.openxmlformats.org/drawingml/2006/main" noGrp="1"/>
          </p:cNvSpPr>
          <p:nvPr>
            <p:ph type="pic" idx="28"/>
          </p:nvPr>
        </p:nvSpPr>
        <p:spPr>
          <a:xfrm xmlns:a="http://schemas.openxmlformats.org/drawingml/2006/main">
            <a:off x="2080213" y="1836610"/>
            <a:ext cx="1895570" cy="1895076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300" b="1" i="0">
                <a:ln>
                  <a:noFill/>
                </a:ln>
                <a:solidFill>
                  <a:schemeClr val="tx2"/>
                </a:solidFill>
                <a:latin typeface="Roboto"/>
                <a:ea typeface="Roboto"/>
                <a:cs typeface="Roboto"/>
              </a:defRPr>
            </a:lvl1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6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4EDF6CE-EA96-40AD-B899-B375D72B0627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0" y="157163"/>
            <a:ext cx="12191999" cy="528637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3600" b="1">
                <a:solidFill>
                  <a:srgbClr val="023F88"/>
                </a:solidFill>
                <a:latin typeface="Gisha"/>
                <a:ea typeface="Gisha"/>
                <a:cs typeface="Gisha"/>
              </a:defRPr>
            </a:lvl1pPr>
            <a:lvl2pPr>
              <a:buNone/>
              <a:defRPr sz="4000" b="1">
                <a:solidFill>
                  <a:srgbClr val="023F88"/>
                </a:solidFill>
                <a:latin typeface="Gisha"/>
                <a:ea typeface="Gisha"/>
                <a:cs typeface="Gisha"/>
              </a:defRPr>
            </a:lvl2pPr>
            <a:lvl3pPr>
              <a:buNone/>
              <a:defRPr sz="4000" b="1">
                <a:solidFill>
                  <a:srgbClr val="023F88"/>
                </a:solidFill>
                <a:latin typeface="Gisha"/>
                <a:ea typeface="Gisha"/>
                <a:cs typeface="Gisha"/>
              </a:defRPr>
            </a:lvl3pPr>
            <a:lvl4pPr>
              <a:buNone/>
              <a:defRPr sz="4000" b="1">
                <a:solidFill>
                  <a:srgbClr val="023F88"/>
                </a:solidFill>
                <a:latin typeface="Gisha"/>
                <a:ea typeface="Gisha"/>
                <a:cs typeface="Gisha"/>
              </a:defRPr>
            </a:lvl4pPr>
            <a:lvl5pPr>
              <a:buNone/>
              <a:defRPr sz="4000" b="1">
                <a:solidFill>
                  <a:srgbClr val="023F88"/>
                </a:solidFill>
                <a:latin typeface="Gisha"/>
                <a:ea typeface="Gisha"/>
                <a:cs typeface="Gisha"/>
              </a:defRPr>
            </a:lvl5pPr>
          </a:lstStyle>
          <a:p xmlns:a="http://schemas.openxmlformats.org/drawingml/2006/main">
            <a:pPr>
              <a:buNone/>
            </a:pPr>
            <a:r>
              <a:t>OUR TEAM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5AAE3C4-9582-4C4D-A722-5BB680D9F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7836" y="775119"/>
            <a:ext cx="1216325" cy="6901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CDEA32B-00CC-44EA-BE86-922218C7784C}"/>
              </a:ext>
            </a:extLst>
          </p:cNvPr>
          <p:cNvSpPr>
            <a:spLocks xmlns:a="http://schemas.openxmlformats.org/drawingml/2006/main" noGrp="1"/>
          </p:cNvSpPr>
          <p:nvPr>
            <p:ph type="body" idx="30" hasCustomPrompt="1"/>
          </p:nvPr>
        </p:nvSpPr>
        <p:spPr>
          <a:xfrm xmlns:a="http://schemas.openxmlformats.org/drawingml/2006/main">
            <a:off x="2080213" y="3854020"/>
            <a:ext cx="1896247" cy="310371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1600" b="1">
                <a:solidFill>
                  <a:schemeClr val="tx1"/>
                </a:solidFill>
                <a:latin typeface="Gisha"/>
                <a:ea typeface="Gisha"/>
                <a:cs typeface="Gisha"/>
              </a:defRPr>
            </a:lvl1pPr>
          </a:lstStyle>
          <a:p xmlns:a="http://schemas.openxmlformats.org/drawingml/2006/main">
            <a:pPr>
              <a:buNone/>
            </a:pPr>
            <a:r>
              <a:t>NAME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771970D-025D-412E-A3E1-A1BEA5F6E576}"/>
              </a:ext>
            </a:extLst>
          </p:cNvPr>
          <p:cNvSpPr>
            <a:spLocks xmlns:a="http://schemas.openxmlformats.org/drawingml/2006/main" noGrp="1"/>
          </p:cNvSpPr>
          <p:nvPr>
            <p:ph type="body" idx="31" hasCustomPrompt="1"/>
          </p:nvPr>
        </p:nvSpPr>
        <p:spPr>
          <a:xfrm xmlns:a="http://schemas.openxmlformats.org/drawingml/2006/main">
            <a:off x="2080213" y="4211343"/>
            <a:ext cx="1896247" cy="310371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1200" b="1">
                <a:solidFill>
                  <a:schemeClr val="tx1"/>
                </a:solidFill>
                <a:latin typeface="Gisha"/>
                <a:ea typeface="Gisha"/>
                <a:cs typeface="Gisha"/>
              </a:defRPr>
            </a:lvl1pPr>
          </a:lstStyle>
          <a:p xmlns:a="http://schemas.openxmlformats.org/drawingml/2006/main">
            <a:pPr>
              <a:buNone/>
            </a:pPr>
            <a:r>
              <a:t>Designation</a:t>
            </a:r>
          </a:p>
        </p:txBody>
      </p:sp>
      <p:sp>
        <p:nvSpPr>
          <p:cNvPr id="10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84A1429-E359-4F68-9F77-D38DC8C8A5CF}"/>
              </a:ext>
            </a:extLst>
          </p:cNvPr>
          <p:cNvSpPr>
            <a:spLocks xmlns:a="http://schemas.openxmlformats.org/drawingml/2006/main" noGrp="1"/>
          </p:cNvSpPr>
          <p:nvPr>
            <p:ph type="body" idx="32" hasCustomPrompt="1"/>
          </p:nvPr>
        </p:nvSpPr>
        <p:spPr>
          <a:xfrm xmlns:a="http://schemas.openxmlformats.org/drawingml/2006/main">
            <a:off x="2080213" y="4572125"/>
            <a:ext cx="1896247" cy="310371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1200" b="0">
                <a:solidFill>
                  <a:schemeClr val="tx1"/>
                </a:solidFill>
                <a:latin typeface="Gisha"/>
                <a:ea typeface="Gisha"/>
                <a:cs typeface="Gisha"/>
              </a:defRPr>
            </a:lvl1pPr>
          </a:lstStyle>
          <a:p xmlns:a="http://schemas.openxmlformats.org/drawingml/2006/main">
            <a:pPr>
              <a:buNone/>
            </a:pPr>
            <a:r>
              <a:t>Project Role</a:t>
            </a:r>
          </a:p>
        </p:txBody>
      </p:sp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E9A7706-807D-4E6F-B1D0-AD61225D6AFA}"/>
              </a:ext>
            </a:extLst>
          </p:cNvPr>
          <p:cNvSpPr>
            <a:spLocks xmlns:a="http://schemas.openxmlformats.org/drawingml/2006/main" noGrp="1"/>
          </p:cNvSpPr>
          <p:nvPr>
            <p:ph type="body" idx="33" hasCustomPrompt="1"/>
          </p:nvPr>
        </p:nvSpPr>
        <p:spPr>
          <a:xfrm xmlns:a="http://schemas.openxmlformats.org/drawingml/2006/main">
            <a:off x="5147538" y="3843050"/>
            <a:ext cx="1896247" cy="310371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1600" b="1">
                <a:solidFill>
                  <a:schemeClr val="tx1"/>
                </a:solidFill>
                <a:latin typeface="Gisha"/>
                <a:ea typeface="Gisha"/>
                <a:cs typeface="Gisha"/>
              </a:defRPr>
            </a:lvl1pPr>
          </a:lstStyle>
          <a:p xmlns:a="http://schemas.openxmlformats.org/drawingml/2006/main">
            <a:pPr>
              <a:buNone/>
            </a:pPr>
            <a:r>
              <a:t>NAME</a:t>
            </a:r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6F47637-B869-4DCA-B5AB-66A6E0BB5415}"/>
              </a:ext>
            </a:extLst>
          </p:cNvPr>
          <p:cNvSpPr>
            <a:spLocks xmlns:a="http://schemas.openxmlformats.org/drawingml/2006/main" noGrp="1"/>
          </p:cNvSpPr>
          <p:nvPr>
            <p:ph type="body" idx="34" hasCustomPrompt="1"/>
          </p:nvPr>
        </p:nvSpPr>
        <p:spPr>
          <a:xfrm xmlns:a="http://schemas.openxmlformats.org/drawingml/2006/main">
            <a:off x="5147538" y="4200373"/>
            <a:ext cx="1896247" cy="310371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1200" b="1">
                <a:solidFill>
                  <a:schemeClr val="tx1"/>
                </a:solidFill>
                <a:latin typeface="Gisha"/>
                <a:ea typeface="Gisha"/>
                <a:cs typeface="Gisha"/>
              </a:defRPr>
            </a:lvl1pPr>
          </a:lstStyle>
          <a:p xmlns:a="http://schemas.openxmlformats.org/drawingml/2006/main">
            <a:pPr>
              <a:buNone/>
            </a:pPr>
            <a:r>
              <a:t>Designation</a:t>
            </a:r>
          </a:p>
        </p:txBody>
      </p:sp>
      <p:sp>
        <p:nvSpPr>
          <p:cNvPr id="1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C712F28-309D-4074-808E-14F79E6EB47F}"/>
              </a:ext>
            </a:extLst>
          </p:cNvPr>
          <p:cNvSpPr>
            <a:spLocks xmlns:a="http://schemas.openxmlformats.org/drawingml/2006/main" noGrp="1"/>
          </p:cNvSpPr>
          <p:nvPr>
            <p:ph type="body" idx="35" hasCustomPrompt="1"/>
          </p:nvPr>
        </p:nvSpPr>
        <p:spPr>
          <a:xfrm xmlns:a="http://schemas.openxmlformats.org/drawingml/2006/main">
            <a:off x="5147538" y="4561155"/>
            <a:ext cx="1896247" cy="310371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1200" b="0">
                <a:solidFill>
                  <a:schemeClr val="tx1"/>
                </a:solidFill>
                <a:latin typeface="Gisha"/>
                <a:ea typeface="Gisha"/>
                <a:cs typeface="Gisha"/>
              </a:defRPr>
            </a:lvl1pPr>
          </a:lstStyle>
          <a:p xmlns:a="http://schemas.openxmlformats.org/drawingml/2006/main">
            <a:pPr>
              <a:buNone/>
            </a:pPr>
            <a:r>
              <a:t>Project Role</a:t>
            </a:r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5C6DFA5-6598-411D-95E9-51551521143C}"/>
              </a:ext>
            </a:extLst>
          </p:cNvPr>
          <p:cNvSpPr>
            <a:spLocks xmlns:a="http://schemas.openxmlformats.org/drawingml/2006/main" noGrp="1"/>
          </p:cNvSpPr>
          <p:nvPr>
            <p:ph type="body" idx="36" hasCustomPrompt="1"/>
          </p:nvPr>
        </p:nvSpPr>
        <p:spPr>
          <a:xfrm xmlns:a="http://schemas.openxmlformats.org/drawingml/2006/main">
            <a:off x="8256980" y="3854020"/>
            <a:ext cx="1896247" cy="310371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1600" b="1">
                <a:solidFill>
                  <a:schemeClr val="tx1"/>
                </a:solidFill>
                <a:latin typeface="Gisha"/>
                <a:ea typeface="Gisha"/>
                <a:cs typeface="Gisha"/>
              </a:defRPr>
            </a:lvl1pPr>
          </a:lstStyle>
          <a:p xmlns:a="http://schemas.openxmlformats.org/drawingml/2006/main">
            <a:pPr>
              <a:buNone/>
            </a:pPr>
            <a:r>
              <a:t>NAME</a:t>
            </a:r>
          </a:p>
        </p:txBody>
      </p:sp>
      <p:sp>
        <p:nvSpPr>
          <p:cNvPr id="16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52F66A-F89C-44C2-BCA1-B63C72E6E58A}"/>
              </a:ext>
            </a:extLst>
          </p:cNvPr>
          <p:cNvSpPr>
            <a:spLocks xmlns:a="http://schemas.openxmlformats.org/drawingml/2006/main" noGrp="1"/>
          </p:cNvSpPr>
          <p:nvPr>
            <p:ph type="body" idx="37" hasCustomPrompt="1"/>
          </p:nvPr>
        </p:nvSpPr>
        <p:spPr>
          <a:xfrm xmlns:a="http://schemas.openxmlformats.org/drawingml/2006/main">
            <a:off x="8256980" y="4211343"/>
            <a:ext cx="1896247" cy="310371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1200" b="1">
                <a:solidFill>
                  <a:schemeClr val="tx1"/>
                </a:solidFill>
                <a:latin typeface="Gisha"/>
                <a:ea typeface="Gisha"/>
                <a:cs typeface="Gisha"/>
              </a:defRPr>
            </a:lvl1pPr>
          </a:lstStyle>
          <a:p xmlns:a="http://schemas.openxmlformats.org/drawingml/2006/main">
            <a:pPr>
              <a:buNone/>
            </a:pPr>
            <a:r>
              <a:t>Designation</a:t>
            </a:r>
          </a:p>
        </p:txBody>
      </p:sp>
      <p:sp>
        <p:nvSpPr>
          <p:cNvPr id="17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10F70-7190-4CFC-9E0F-F25AFD439191}"/>
              </a:ext>
            </a:extLst>
          </p:cNvPr>
          <p:cNvSpPr>
            <a:spLocks xmlns:a="http://schemas.openxmlformats.org/drawingml/2006/main" noGrp="1"/>
          </p:cNvSpPr>
          <p:nvPr>
            <p:ph type="body" idx="38" hasCustomPrompt="1"/>
          </p:nvPr>
        </p:nvSpPr>
        <p:spPr>
          <a:xfrm xmlns:a="http://schemas.openxmlformats.org/drawingml/2006/main">
            <a:off x="8256980" y="4572125"/>
            <a:ext cx="1896247" cy="310371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1200" b="0">
                <a:solidFill>
                  <a:schemeClr val="tx1"/>
                </a:solidFill>
                <a:latin typeface="Gisha"/>
                <a:ea typeface="Gisha"/>
                <a:cs typeface="Gisha"/>
              </a:defRPr>
            </a:lvl1pPr>
          </a:lstStyle>
          <a:p xmlns:a="http://schemas.openxmlformats.org/drawingml/2006/main">
            <a:pPr>
              <a:buNone/>
            </a:pPr>
            <a:r>
              <a:t>Project Role</a:t>
            </a:r>
          </a:p>
        </p:txBody>
      </p:sp>
    </p:spTree>
  </p:cSld>
</p:sldLayout>
</file>

<file path=ppt/slideLayouts/slideLayout36.xml><?xml version="1.0" encoding="utf-8"?>
<p:sldLayout xmlns:p="http://schemas.openxmlformats.org/presentationml/2006/main">
  <p:cSld name="5_TeamOverview(1x1)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2CDDCCEF-5330-40B5-BDBF-00ADEBAA3E4D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-907180" y="630621"/>
            <a:ext cx="5597586" cy="5596128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Drag picture to placeholder or click icon to add</a:t>
            </a:r>
          </a:p>
        </p:txBody>
      </p:sp>
    </p:spTree>
  </p:cSld>
</p:sldLayout>
</file>

<file path=ppt/slideLayouts/slideLayout37.xml><?xml version="1.0" encoding="utf-8"?>
<p:sldLayout xmlns:p="http://schemas.openxmlformats.org/presentationml/2006/main" userDrawn="1">
  <p:cSld name="4_CaseStudyOverview(2)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93484C5-7324-4096-B27A-C12D8789C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8974" y="6289675"/>
            <a:ext cx="3479912" cy="36750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Picture Placeholder 13">
            <a:extLst xmlns:a="http://schemas.openxmlformats.org/drawingml/2006/main">
              <a:ext uri="{FF2B5EF4-FFF2-40B4-BE49-F238E27FC236}">
                <a16:creationId xmlns:a16="http://schemas.microsoft.com/office/drawing/2014/main" id="{5E9F86C5-1308-4A23-9410-95AEEEE85092}"/>
              </a:ext>
            </a:extLst>
          </p:cNvPr>
          <p:cNvSpPr>
            <a:spLocks xmlns:a="http://schemas.openxmlformats.org/drawingml/2006/main" noGrp="1"/>
          </p:cNvSpPr>
          <p:nvPr>
            <p:ph type="pic" idx="60"/>
          </p:nvPr>
        </p:nvSpPr>
        <p:spPr>
          <a:xfrm xmlns:a="http://schemas.openxmlformats.org/drawingml/2006/main">
            <a:off x="-4509" y="0"/>
            <a:ext cx="7511233" cy="68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300">
                <a:ln>
                  <a:noFill/>
                </a:ln>
                <a:solidFill>
                  <a:schemeClr val="bg1">
                    <a:lumMod val="8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</a:p>
        </p:txBody>
      </p:sp>
    </p:spTree>
  </p:cSld>
</p:sldLayout>
</file>

<file path=ppt/slideLayouts/slideLayout38.xml><?xml version="1.0" encoding="utf-8"?>
<p:sldLayout xmlns:p="http://schemas.openxmlformats.org/presentationml/2006/main" userDrawn="1">
  <p:cSld name="4_CaseStudyBackgroun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13">
            <a:extLst xmlns:a="http://schemas.openxmlformats.org/drawingml/2006/main">
              <a:ext uri="{FF2B5EF4-FFF2-40B4-BE49-F238E27FC236}">
                <a16:creationId xmlns:a16="http://schemas.microsoft.com/office/drawing/2014/main" id="{FE6AB1E9-F2C6-4FAE-B98E-B9C26779F4A7}"/>
              </a:ext>
            </a:extLst>
          </p:cNvPr>
          <p:cNvSpPr>
            <a:spLocks xmlns:a="http://schemas.openxmlformats.org/drawingml/2006/main" noGrp="1"/>
          </p:cNvSpPr>
          <p:nvPr>
            <p:ph type="pic" idx="27"/>
          </p:nvPr>
        </p:nvSpPr>
        <p:spPr>
          <a:xfrm xmlns:a="http://schemas.openxmlformats.org/drawingml/2006/main">
            <a:off x="6703630" y="0"/>
            <a:ext cx="548837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000">
                <a:ln>
                  <a:noFill/>
                </a:ln>
                <a:solidFill>
                  <a:schemeClr val="bg1">
                    <a:lumMod val="8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Drag picture to placeholder or click icon to add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5128E452-00E3-4FAD-AA01-BD29EC215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688" y="1086709"/>
            <a:ext cx="1216325" cy="6901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B84FE59-670D-4F07-BE92-5BFCF23E60A3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674687" y="1306900"/>
            <a:ext cx="6028943" cy="528637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l">
              <a:buNone/>
              <a:defRPr sz="3600" b="1">
                <a:solidFill>
                  <a:srgbClr val="023F88"/>
                </a:solidFill>
                <a:latin typeface="Gisha"/>
                <a:ea typeface="Gisha"/>
                <a:cs typeface="Gisha"/>
              </a:defRPr>
            </a:lvl1pPr>
            <a:lvl2pPr>
              <a:buNone/>
              <a:defRPr sz="4000" b="1">
                <a:solidFill>
                  <a:srgbClr val="023F88"/>
                </a:solidFill>
                <a:latin typeface="Gisha"/>
                <a:ea typeface="Gisha"/>
                <a:cs typeface="Gisha"/>
              </a:defRPr>
            </a:lvl2pPr>
            <a:lvl3pPr>
              <a:buNone/>
              <a:defRPr sz="4000" b="1">
                <a:solidFill>
                  <a:srgbClr val="023F88"/>
                </a:solidFill>
                <a:latin typeface="Gisha"/>
                <a:ea typeface="Gisha"/>
                <a:cs typeface="Gisha"/>
              </a:defRPr>
            </a:lvl3pPr>
            <a:lvl4pPr>
              <a:buNone/>
              <a:defRPr sz="4000" b="1">
                <a:solidFill>
                  <a:srgbClr val="023F88"/>
                </a:solidFill>
                <a:latin typeface="Gisha"/>
                <a:ea typeface="Gisha"/>
                <a:cs typeface="Gisha"/>
              </a:defRPr>
            </a:lvl4pPr>
            <a:lvl5pPr>
              <a:buNone/>
              <a:defRPr sz="4000" b="1">
                <a:solidFill>
                  <a:srgbClr val="023F88"/>
                </a:solidFill>
                <a:latin typeface="Gisha"/>
                <a:ea typeface="Gisha"/>
                <a:cs typeface="Gisha"/>
              </a:defRPr>
            </a:lvl5pPr>
          </a:lstStyle>
          <a:p xmlns:a="http://schemas.openxmlformats.org/drawingml/2006/main">
            <a:pPr>
              <a:buNone/>
            </a:pPr>
            <a:r>
              <a:t>TITLE</a:t>
            </a:r>
          </a:p>
        </p:txBody>
      </p:sp>
      <p:sp>
        <p:nvSpPr>
          <p:cNvPr id="9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E983836F-5C9A-4AF9-AA23-76BEA95D1B5E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674686" y="1839079"/>
            <a:ext cx="6028944" cy="295275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l">
              <a:buNone/>
              <a:defRPr sz="1400" b="1" spc="300">
                <a:solidFill>
                  <a:schemeClr val="accent3">
                    <a:lumMod val="50000"/>
                  </a:schemeClr>
                </a:solidFill>
                <a:latin typeface="Gisha"/>
                <a:ea typeface="Gisha"/>
                <a:cs typeface="Gisha"/>
              </a:defRPr>
            </a:lvl1pPr>
            <a:lvl2pPr>
              <a:buNone/>
              <a:defRPr sz="1200">
                <a:latin typeface="Gisha"/>
                <a:ea typeface="Gisha"/>
                <a:cs typeface="Gisha"/>
              </a:defRPr>
            </a:lvl2pPr>
            <a:lvl3pPr>
              <a:buNone/>
              <a:defRPr sz="1200">
                <a:latin typeface="Gisha"/>
                <a:ea typeface="Gisha"/>
                <a:cs typeface="Gisha"/>
              </a:defRPr>
            </a:lvl3pPr>
            <a:lvl4pPr>
              <a:buNone/>
              <a:defRPr sz="1200">
                <a:latin typeface="Gisha"/>
                <a:ea typeface="Gisha"/>
                <a:cs typeface="Gisha"/>
              </a:defRPr>
            </a:lvl4pPr>
            <a:lvl5pPr>
              <a:buNone/>
              <a:defRPr sz="1200">
                <a:latin typeface="Gisha"/>
                <a:ea typeface="Gisha"/>
                <a:cs typeface="Gisha"/>
              </a:defRPr>
            </a:lvl5pPr>
          </a:lstStyle>
          <a:p xmlns:a="http://schemas.openxmlformats.org/drawingml/2006/main">
            <a:pPr>
              <a:buNone/>
            </a:pPr>
            <a:r>
              <a:t>PROJECT NAME</a:t>
            </a:r>
          </a:p>
        </p:txBody>
      </p:sp>
    </p:spTree>
  </p:cSld>
</p:sldLayout>
</file>

<file path=ppt/slideLayouts/slideLayout39.xml><?xml version="1.0" encoding="utf-8"?>
<p:sldLayout xmlns:p="http://schemas.openxmlformats.org/presentationml/2006/main" userDrawn="1">
  <p:cSld name="4_CaseStudyBackground(2)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F4F4FFD6-73ED-4B2F-928A-1756AC774889}"/>
              </a:ext>
            </a:extLst>
          </p:cNvPr>
          <p:cNvSpPr>
            <a:spLocks xmlns:a="http://schemas.openxmlformats.org/drawingml/2006/main" noGrp="1"/>
          </p:cNvSpPr>
          <p:nvPr>
            <p:ph type="pic" idx="13"/>
          </p:nvPr>
        </p:nvSpPr>
        <p:spPr>
          <a:xfrm xmlns:a="http://schemas.openxmlformats.org/drawingml/2006/main">
            <a:off x="7106442" y="0"/>
            <a:ext cx="5098261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D8B1E88-593F-4CB4-A2A3-24A8960C0E2D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674687" y="1306900"/>
            <a:ext cx="6028943" cy="528637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l">
              <a:buNone/>
              <a:defRPr sz="3600" b="1">
                <a:solidFill>
                  <a:srgbClr val="023F88"/>
                </a:solidFill>
                <a:latin typeface="Gisha"/>
                <a:ea typeface="Gisha"/>
                <a:cs typeface="Gisha"/>
              </a:defRPr>
            </a:lvl1pPr>
            <a:lvl2pPr>
              <a:buNone/>
              <a:defRPr sz="4000" b="1">
                <a:solidFill>
                  <a:srgbClr val="023F88"/>
                </a:solidFill>
                <a:latin typeface="Gisha"/>
                <a:ea typeface="Gisha"/>
                <a:cs typeface="Gisha"/>
              </a:defRPr>
            </a:lvl2pPr>
            <a:lvl3pPr>
              <a:buNone/>
              <a:defRPr sz="4000" b="1">
                <a:solidFill>
                  <a:srgbClr val="023F88"/>
                </a:solidFill>
                <a:latin typeface="Gisha"/>
                <a:ea typeface="Gisha"/>
                <a:cs typeface="Gisha"/>
              </a:defRPr>
            </a:lvl3pPr>
            <a:lvl4pPr>
              <a:buNone/>
              <a:defRPr sz="4000" b="1">
                <a:solidFill>
                  <a:srgbClr val="023F88"/>
                </a:solidFill>
                <a:latin typeface="Gisha"/>
                <a:ea typeface="Gisha"/>
                <a:cs typeface="Gisha"/>
              </a:defRPr>
            </a:lvl4pPr>
            <a:lvl5pPr>
              <a:buNone/>
              <a:defRPr sz="4000" b="1">
                <a:solidFill>
                  <a:srgbClr val="023F88"/>
                </a:solidFill>
                <a:latin typeface="Gisha"/>
                <a:ea typeface="Gisha"/>
                <a:cs typeface="Gisha"/>
              </a:defRPr>
            </a:lvl5pPr>
          </a:lstStyle>
          <a:p xmlns:a="http://schemas.openxmlformats.org/drawingml/2006/main">
            <a:pPr>
              <a:buNone/>
            </a:pPr>
            <a:r>
              <a:t>TITLE</a:t>
            </a:r>
          </a:p>
        </p:txBody>
      </p:sp>
      <p:sp>
        <p:nvSpPr>
          <p:cNvPr id="5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846B8306-489A-4059-921D-D4B2D5BC59E5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674686" y="1839079"/>
            <a:ext cx="6028944" cy="295275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l">
              <a:buNone/>
              <a:defRPr sz="1400" b="1" spc="300">
                <a:solidFill>
                  <a:schemeClr val="accent3">
                    <a:lumMod val="50000"/>
                  </a:schemeClr>
                </a:solidFill>
                <a:latin typeface="Gisha"/>
                <a:ea typeface="Gisha"/>
                <a:cs typeface="Gisha"/>
              </a:defRPr>
            </a:lvl1pPr>
            <a:lvl2pPr>
              <a:buNone/>
              <a:defRPr sz="1200">
                <a:latin typeface="Gisha"/>
                <a:ea typeface="Gisha"/>
                <a:cs typeface="Gisha"/>
              </a:defRPr>
            </a:lvl2pPr>
            <a:lvl3pPr>
              <a:buNone/>
              <a:defRPr sz="1200">
                <a:latin typeface="Gisha"/>
                <a:ea typeface="Gisha"/>
                <a:cs typeface="Gisha"/>
              </a:defRPr>
            </a:lvl3pPr>
            <a:lvl4pPr>
              <a:buNone/>
              <a:defRPr sz="1200">
                <a:latin typeface="Gisha"/>
                <a:ea typeface="Gisha"/>
                <a:cs typeface="Gisha"/>
              </a:defRPr>
            </a:lvl4pPr>
            <a:lvl5pPr>
              <a:buNone/>
              <a:defRPr sz="1200">
                <a:latin typeface="Gisha"/>
                <a:ea typeface="Gisha"/>
                <a:cs typeface="Gisha"/>
              </a:defRPr>
            </a:lvl5pPr>
          </a:lstStyle>
          <a:p xmlns:a="http://schemas.openxmlformats.org/drawingml/2006/main">
            <a:pPr>
              <a:buNone/>
            </a:pPr>
            <a:r>
              <a:t>PROJECT NAME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6746D08F-BDFD-4502-8E8A-DFEDC176A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688" y="1086709"/>
            <a:ext cx="1216325" cy="6901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</p:cSld>
</p:sldLayout>
</file>

<file path=ppt/slideLayouts/slideLayout40.xml><?xml version="1.0" encoding="utf-8"?>
<p:sldLayout xmlns:p="http://schemas.openxmlformats.org/presentationml/2006/main" userDrawn="1">
  <p:cSld name="4_CaseStudyOverview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Picture Placeholder 13">
            <a:extLst xmlns:a="http://schemas.openxmlformats.org/drawingml/2006/main">
              <a:ext uri="{FF2B5EF4-FFF2-40B4-BE49-F238E27FC236}">
                <a16:creationId xmlns:a16="http://schemas.microsoft.com/office/drawing/2014/main" id="{3E11A08C-AE71-4C16-A1E9-1D1354608D9D}"/>
              </a:ext>
            </a:extLst>
          </p:cNvPr>
          <p:cNvSpPr>
            <a:spLocks xmlns:a="http://schemas.openxmlformats.org/drawingml/2006/main" noGrp="1"/>
          </p:cNvSpPr>
          <p:nvPr>
            <p:ph type="pic" idx="31"/>
          </p:nvPr>
        </p:nvSpPr>
        <p:spPr>
          <a:xfrm xmlns:a="http://schemas.openxmlformats.org/drawingml/2006/main">
            <a:off x="205966" y="2215299"/>
            <a:ext cx="3838134" cy="227448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000">
                <a:ln>
                  <a:noFill/>
                </a:ln>
                <a:solidFill>
                  <a:schemeClr val="bg1">
                    <a:lumMod val="85000"/>
                  </a:schemeClr>
                </a:solidFill>
              </a:defRPr>
            </a:lvl1pPr>
          </a:lstStyle>
          <a:p xmlns:a="http://schemas.openxmlformats.org/drawingml/2006/main">
            <a:r>
              <a:t>Drag picture to placeholder or click icon to add</a:t>
            </a:r>
          </a:p>
        </p:txBody>
      </p:sp>
      <p:sp>
        <p:nvSpPr>
          <p:cNvPr id="6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DC53D08-13AA-42C5-8953-9B9D0EA7E46F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0" y="157163"/>
            <a:ext cx="12191999" cy="528637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3600" b="1">
                <a:solidFill>
                  <a:srgbClr val="023F88"/>
                </a:solidFill>
                <a:latin typeface="Gisha"/>
                <a:ea typeface="Gisha"/>
                <a:cs typeface="Gisha"/>
              </a:defRPr>
            </a:lvl1pPr>
            <a:lvl2pPr>
              <a:buNone/>
              <a:defRPr sz="4000" b="1">
                <a:solidFill>
                  <a:srgbClr val="023F88"/>
                </a:solidFill>
                <a:latin typeface="Gisha"/>
                <a:ea typeface="Gisha"/>
                <a:cs typeface="Gisha"/>
              </a:defRPr>
            </a:lvl2pPr>
            <a:lvl3pPr>
              <a:buNone/>
              <a:defRPr sz="4000" b="1">
                <a:solidFill>
                  <a:srgbClr val="023F88"/>
                </a:solidFill>
                <a:latin typeface="Gisha"/>
                <a:ea typeface="Gisha"/>
                <a:cs typeface="Gisha"/>
              </a:defRPr>
            </a:lvl3pPr>
            <a:lvl4pPr>
              <a:buNone/>
              <a:defRPr sz="4000" b="1">
                <a:solidFill>
                  <a:srgbClr val="023F88"/>
                </a:solidFill>
                <a:latin typeface="Gisha"/>
                <a:ea typeface="Gisha"/>
                <a:cs typeface="Gisha"/>
              </a:defRPr>
            </a:lvl4pPr>
            <a:lvl5pPr>
              <a:buNone/>
              <a:defRPr sz="4000" b="1">
                <a:solidFill>
                  <a:srgbClr val="023F88"/>
                </a:solidFill>
                <a:latin typeface="Gisha"/>
                <a:ea typeface="Gisha"/>
                <a:cs typeface="Gisha"/>
              </a:defRPr>
            </a:lvl5pPr>
          </a:lstStyle>
          <a:p xmlns:a="http://schemas.openxmlformats.org/drawingml/2006/main">
            <a:pPr>
              <a:buNone/>
            </a:pPr>
            <a:r>
              <a:t>TITLE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C51B24D6-3199-41C5-955C-050B0E55D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7836" y="775119"/>
            <a:ext cx="1216325" cy="6901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F88353E-1B0C-4D8B-8998-075E68F44114}"/>
              </a:ext>
            </a:extLst>
          </p:cNvPr>
          <p:cNvSpPr>
            <a:spLocks xmlns:a="http://schemas.openxmlformats.org/drawingml/2006/main" noGrp="1"/>
          </p:cNvSpPr>
          <p:nvPr>
            <p:ph type="body" idx="32" hasCustomPrompt="1"/>
          </p:nvPr>
        </p:nvSpPr>
        <p:spPr>
          <a:xfrm xmlns:a="http://schemas.openxmlformats.org/drawingml/2006/main">
            <a:off x="205966" y="4489785"/>
            <a:ext cx="3838134" cy="33718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ctr">
              <a:buNone/>
              <a:defRPr sz="1800" b="1">
                <a:solidFill>
                  <a:schemeClr val="bg1"/>
                </a:solidFill>
                <a:latin typeface="Gisha"/>
                <a:ea typeface="Gisha"/>
                <a:cs typeface="Gisha"/>
              </a:defRPr>
            </a:lvl1pPr>
          </a:lstStyle>
          <a:p xmlns:a="http://schemas.openxmlformats.org/drawingml/2006/main">
            <a:pPr>
              <a:buNone/>
            </a:pPr>
            <a:r>
              <a:t>PROJECT NAME</a:t>
            </a:r>
          </a:p>
        </p:txBody>
      </p:sp>
      <p:sp>
        <p:nvSpPr>
          <p:cNvPr id="10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9964243-51C3-4D1C-B34B-3F7EC3330E1F}"/>
              </a:ext>
            </a:extLst>
          </p:cNvPr>
          <p:cNvSpPr>
            <a:spLocks xmlns:a="http://schemas.openxmlformats.org/drawingml/2006/main" noGrp="1"/>
          </p:cNvSpPr>
          <p:nvPr>
            <p:ph type="body" idx="33" hasCustomPrompt="1"/>
          </p:nvPr>
        </p:nvSpPr>
        <p:spPr>
          <a:xfrm xmlns:a="http://schemas.openxmlformats.org/drawingml/2006/main">
            <a:off x="205966" y="4826973"/>
            <a:ext cx="3838134" cy="3371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l">
              <a:buNone/>
              <a:defRPr sz="1200" b="0">
                <a:solidFill>
                  <a:schemeClr val="tx1"/>
                </a:solidFill>
                <a:latin typeface="Gisha"/>
                <a:ea typeface="Gisha"/>
                <a:cs typeface="Gisha"/>
              </a:defRPr>
            </a:lvl1pPr>
          </a:lstStyle>
          <a:p xmlns:a="http://schemas.openxmlformats.org/drawingml/2006/main">
            <a:pPr>
              <a:buNone/>
            </a:pPr>
            <a:r>
              <a:t>Project brief</a:t>
            </a:r>
          </a:p>
        </p:txBody>
      </p:sp>
      <p:sp>
        <p:nvSpPr>
          <p:cNvPr id="11" name="Picture Placeholder 13">
            <a:extLst xmlns:a="http://schemas.openxmlformats.org/drawingml/2006/main">
              <a:ext uri="{FF2B5EF4-FFF2-40B4-BE49-F238E27FC236}">
                <a16:creationId xmlns:a16="http://schemas.microsoft.com/office/drawing/2014/main" id="{640BC8B9-1186-48B9-BB84-8DBFCC218B88}"/>
              </a:ext>
            </a:extLst>
          </p:cNvPr>
          <p:cNvSpPr>
            <a:spLocks xmlns:a="http://schemas.openxmlformats.org/drawingml/2006/main" noGrp="1"/>
          </p:cNvSpPr>
          <p:nvPr>
            <p:ph type="pic" idx="34"/>
          </p:nvPr>
        </p:nvSpPr>
        <p:spPr>
          <a:xfrm xmlns:a="http://schemas.openxmlformats.org/drawingml/2006/main">
            <a:off x="4155297" y="2215299"/>
            <a:ext cx="3838134" cy="227448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000">
                <a:ln>
                  <a:noFill/>
                </a:ln>
                <a:solidFill>
                  <a:schemeClr val="bg1">
                    <a:lumMod val="85000"/>
                  </a:schemeClr>
                </a:solidFill>
              </a:defRPr>
            </a:lvl1pPr>
          </a:lstStyle>
          <a:p xmlns:a="http://schemas.openxmlformats.org/drawingml/2006/main">
            <a:r>
              <a:t>Drag picture to placeholder or click icon to add</a:t>
            </a:r>
          </a:p>
        </p:txBody>
      </p:sp>
      <p:sp>
        <p:nvSpPr>
          <p:cNvPr id="12" name="Picture Placeholder 13">
            <a:extLst xmlns:a="http://schemas.openxmlformats.org/drawingml/2006/main">
              <a:ext uri="{FF2B5EF4-FFF2-40B4-BE49-F238E27FC236}">
                <a16:creationId xmlns:a16="http://schemas.microsoft.com/office/drawing/2014/main" id="{72E5D14B-1BE3-4DE6-AC37-F6F964DC75E9}"/>
              </a:ext>
            </a:extLst>
          </p:cNvPr>
          <p:cNvSpPr>
            <a:spLocks xmlns:a="http://schemas.openxmlformats.org/drawingml/2006/main" noGrp="1"/>
          </p:cNvSpPr>
          <p:nvPr>
            <p:ph type="pic" idx="35"/>
          </p:nvPr>
        </p:nvSpPr>
        <p:spPr>
          <a:xfrm xmlns:a="http://schemas.openxmlformats.org/drawingml/2006/main">
            <a:off x="8104629" y="2205872"/>
            <a:ext cx="3838134" cy="227448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000">
                <a:ln>
                  <a:noFill/>
                </a:ln>
                <a:solidFill>
                  <a:schemeClr val="bg1">
                    <a:lumMod val="85000"/>
                  </a:schemeClr>
                </a:solidFill>
              </a:defRPr>
            </a:lvl1pPr>
          </a:lstStyle>
          <a:p xmlns:a="http://schemas.openxmlformats.org/drawingml/2006/main">
            <a:r>
              <a:t>Drag picture to placeholder or click icon to add</a:t>
            </a:r>
          </a:p>
        </p:txBody>
      </p:sp>
      <p:sp>
        <p:nvSpPr>
          <p:cNvPr id="1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C0574F4-D8AD-437D-9A07-F98942774BA0}"/>
              </a:ext>
            </a:extLst>
          </p:cNvPr>
          <p:cNvSpPr>
            <a:spLocks xmlns:a="http://schemas.openxmlformats.org/drawingml/2006/main" noGrp="1"/>
          </p:cNvSpPr>
          <p:nvPr>
            <p:ph type="body" idx="36" hasCustomPrompt="1"/>
          </p:nvPr>
        </p:nvSpPr>
        <p:spPr>
          <a:xfrm xmlns:a="http://schemas.openxmlformats.org/drawingml/2006/main">
            <a:off x="4155297" y="4489785"/>
            <a:ext cx="3838134" cy="33718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ctr">
              <a:buNone/>
              <a:defRPr sz="1800" b="1">
                <a:solidFill>
                  <a:schemeClr val="bg1"/>
                </a:solidFill>
                <a:latin typeface="Gisha"/>
                <a:ea typeface="Gisha"/>
                <a:cs typeface="Gisha"/>
              </a:defRPr>
            </a:lvl1pPr>
          </a:lstStyle>
          <a:p xmlns:a="http://schemas.openxmlformats.org/drawingml/2006/main">
            <a:pPr>
              <a:buNone/>
            </a:pPr>
            <a:r>
              <a:t>PROJECT NAME</a:t>
            </a:r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2AD211-62FC-4B75-AE86-75F747478063}"/>
              </a:ext>
            </a:extLst>
          </p:cNvPr>
          <p:cNvSpPr>
            <a:spLocks xmlns:a="http://schemas.openxmlformats.org/drawingml/2006/main" noGrp="1"/>
          </p:cNvSpPr>
          <p:nvPr>
            <p:ph type="body" idx="37" hasCustomPrompt="1"/>
          </p:nvPr>
        </p:nvSpPr>
        <p:spPr>
          <a:xfrm xmlns:a="http://schemas.openxmlformats.org/drawingml/2006/main">
            <a:off x="4155297" y="4826973"/>
            <a:ext cx="3838134" cy="3371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l">
              <a:buNone/>
              <a:defRPr sz="1200" b="0">
                <a:solidFill>
                  <a:schemeClr val="tx1"/>
                </a:solidFill>
                <a:latin typeface="Gisha"/>
                <a:ea typeface="Gisha"/>
                <a:cs typeface="Gisha"/>
              </a:defRPr>
            </a:lvl1pPr>
          </a:lstStyle>
          <a:p xmlns:a="http://schemas.openxmlformats.org/drawingml/2006/main">
            <a:pPr>
              <a:buNone/>
            </a:pPr>
            <a:r>
              <a:t>Project brief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31E625B-F8D0-4BD2-B4E5-6C655411C5C9}"/>
              </a:ext>
            </a:extLst>
          </p:cNvPr>
          <p:cNvSpPr>
            <a:spLocks xmlns:a="http://schemas.openxmlformats.org/drawingml/2006/main" noGrp="1"/>
          </p:cNvSpPr>
          <p:nvPr>
            <p:ph type="body" idx="38" hasCustomPrompt="1"/>
          </p:nvPr>
        </p:nvSpPr>
        <p:spPr>
          <a:xfrm xmlns:a="http://schemas.openxmlformats.org/drawingml/2006/main">
            <a:off x="8104629" y="4489785"/>
            <a:ext cx="3838134" cy="33718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5"/>
          </a:solidFill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ctr">
              <a:buNone/>
              <a:defRPr sz="1800" b="1">
                <a:solidFill>
                  <a:schemeClr val="bg1"/>
                </a:solidFill>
                <a:latin typeface="Gisha"/>
                <a:ea typeface="Gisha"/>
                <a:cs typeface="Gisha"/>
              </a:defRPr>
            </a:lvl1pPr>
          </a:lstStyle>
          <a:p xmlns:a="http://schemas.openxmlformats.org/drawingml/2006/main">
            <a:pPr>
              <a:buNone/>
            </a:pPr>
            <a:r>
              <a:t>PROJECT NAME</a:t>
            </a:r>
          </a:p>
        </p:txBody>
      </p:sp>
      <p:sp>
        <p:nvSpPr>
          <p:cNvPr id="16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F5C8A0-3511-49D5-82DE-61C88BAFB155}"/>
              </a:ext>
            </a:extLst>
          </p:cNvPr>
          <p:cNvSpPr>
            <a:spLocks xmlns:a="http://schemas.openxmlformats.org/drawingml/2006/main" noGrp="1"/>
          </p:cNvSpPr>
          <p:nvPr>
            <p:ph type="body" idx="39" hasCustomPrompt="1"/>
          </p:nvPr>
        </p:nvSpPr>
        <p:spPr>
          <a:xfrm xmlns:a="http://schemas.openxmlformats.org/drawingml/2006/main">
            <a:off x="8104629" y="4826973"/>
            <a:ext cx="3838134" cy="3371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l">
              <a:buNone/>
              <a:defRPr sz="1200" b="0">
                <a:solidFill>
                  <a:schemeClr val="tx1"/>
                </a:solidFill>
                <a:latin typeface="Gisha"/>
                <a:ea typeface="Gisha"/>
                <a:cs typeface="Gisha"/>
              </a:defRPr>
            </a:lvl1pPr>
          </a:lstStyle>
          <a:p xmlns:a="http://schemas.openxmlformats.org/drawingml/2006/main">
            <a:pPr>
              <a:buNone/>
            </a:pPr>
            <a:r>
              <a:t>Project brief</a:t>
            </a:r>
          </a:p>
        </p:txBody>
      </p:sp>
    </p:spTree>
  </p:cSld>
</p:sldLayout>
</file>

<file path=ppt/slideLayouts/slideLayout41.xml><?xml version="1.0" encoding="utf-8"?>
<p:sldLayout xmlns:p="http://schemas.openxmlformats.org/presentationml/2006/main" userDrawn="1">
  <p:cSld name="9_Master-Placehol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EF61F548-0251-4F5C-9C7E-C5C69D24F420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6820588" y="0"/>
            <a:ext cx="537141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200"/>
            </a:lvl1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F29F34E-9132-40C6-A754-C945D9754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688" y="1086709"/>
            <a:ext cx="1216325" cy="6901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3413FC1-F6E7-468B-AA63-EAFDFD86ADD7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674687" y="1306900"/>
            <a:ext cx="6028943" cy="528637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l">
              <a:buNone/>
              <a:defRPr sz="3600" b="1">
                <a:solidFill>
                  <a:srgbClr val="023F88"/>
                </a:solidFill>
                <a:latin typeface="Gisha"/>
                <a:ea typeface="Gisha"/>
                <a:cs typeface="Gisha"/>
              </a:defRPr>
            </a:lvl1pPr>
            <a:lvl2pPr>
              <a:buNone/>
              <a:defRPr sz="4000" b="1">
                <a:solidFill>
                  <a:srgbClr val="023F88"/>
                </a:solidFill>
                <a:latin typeface="Gisha"/>
                <a:ea typeface="Gisha"/>
                <a:cs typeface="Gisha"/>
              </a:defRPr>
            </a:lvl2pPr>
            <a:lvl3pPr>
              <a:buNone/>
              <a:defRPr sz="4000" b="1">
                <a:solidFill>
                  <a:srgbClr val="023F88"/>
                </a:solidFill>
                <a:latin typeface="Gisha"/>
                <a:ea typeface="Gisha"/>
                <a:cs typeface="Gisha"/>
              </a:defRPr>
            </a:lvl3pPr>
            <a:lvl4pPr>
              <a:buNone/>
              <a:defRPr sz="4000" b="1">
                <a:solidFill>
                  <a:srgbClr val="023F88"/>
                </a:solidFill>
                <a:latin typeface="Gisha"/>
                <a:ea typeface="Gisha"/>
                <a:cs typeface="Gisha"/>
              </a:defRPr>
            </a:lvl4pPr>
            <a:lvl5pPr>
              <a:buNone/>
              <a:defRPr sz="4000" b="1">
                <a:solidFill>
                  <a:srgbClr val="023F88"/>
                </a:solidFill>
                <a:latin typeface="Gisha"/>
                <a:ea typeface="Gisha"/>
                <a:cs typeface="Gisha"/>
              </a:defRPr>
            </a:lvl5pPr>
          </a:lstStyle>
          <a:p xmlns:a="http://schemas.openxmlformats.org/drawingml/2006/main">
            <a:pPr>
              <a:buNone/>
            </a:pPr>
            <a:r>
              <a:t>TITLE</a:t>
            </a:r>
          </a:p>
        </p:txBody>
      </p:sp>
      <p:sp>
        <p:nvSpPr>
          <p:cNvPr id="5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AAFE6E75-AA8C-4D74-BC37-E1662BB56594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674686" y="1839079"/>
            <a:ext cx="6028944" cy="295275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l">
              <a:buNone/>
              <a:defRPr sz="1400" b="1" spc="300">
                <a:solidFill>
                  <a:schemeClr val="tx1"/>
                </a:solidFill>
                <a:latin typeface="Gisha"/>
                <a:ea typeface="Gisha"/>
                <a:cs typeface="Gisha"/>
              </a:defRPr>
            </a:lvl1pPr>
            <a:lvl2pPr>
              <a:buNone/>
              <a:defRPr sz="1200">
                <a:latin typeface="Gisha"/>
                <a:ea typeface="Gisha"/>
                <a:cs typeface="Gisha"/>
              </a:defRPr>
            </a:lvl2pPr>
            <a:lvl3pPr>
              <a:buNone/>
              <a:defRPr sz="1200">
                <a:latin typeface="Gisha"/>
                <a:ea typeface="Gisha"/>
                <a:cs typeface="Gisha"/>
              </a:defRPr>
            </a:lvl3pPr>
            <a:lvl4pPr>
              <a:buNone/>
              <a:defRPr sz="1200">
                <a:latin typeface="Gisha"/>
                <a:ea typeface="Gisha"/>
                <a:cs typeface="Gisha"/>
              </a:defRPr>
            </a:lvl4pPr>
            <a:lvl5pPr>
              <a:buNone/>
              <a:defRPr sz="1200">
                <a:latin typeface="Gisha"/>
                <a:ea typeface="Gisha"/>
                <a:cs typeface="Gisha"/>
              </a:defRPr>
            </a:lvl5pPr>
          </a:lstStyle>
          <a:p xmlns:a="http://schemas.openxmlformats.org/drawingml/2006/main">
            <a:pPr>
              <a:buNone/>
            </a:pPr>
            <a:r>
              <a:t>PROJECT NAME</a:t>
            </a:r>
          </a:p>
        </p:txBody>
      </p:sp>
    </p:spTree>
  </p:cSld>
</p:sldLayout>
</file>

<file path=ppt/slideLayouts/slideLayout42.xml><?xml version="1.0" encoding="utf-8"?>
<p:sldLayout xmlns:p="http://schemas.openxmlformats.org/presentationml/2006/main" userDrawn="1">
  <p:cSld name="ContactDetails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Pictur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80bb688c004b6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668000" y="276225"/>
            <a:ext cx="1274763" cy="20161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7f40db016749f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214865" cy="6858000"/>
          </a:xfrm>
          <a:prstGeom xmlns:a="http://schemas.openxmlformats.org/drawingml/2006/main" prst="rect">
            <a:avLst/>
          </a:prstGeom>
        </p:spPr>
      </p:pic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0D2C450-58CF-4BE3-97BE-272A498DC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1" y="0"/>
            <a:ext cx="12211844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C35">
              <a:alpha val="70000"/>
            </a:srgb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45713" tIns="22856" rIns="45713" bIns="22856" anchor="ctr"/>
          <a:lstStyle xmlns:a="http://schemas.openxmlformats.org/drawingml/2006/main">
            <a:lvl1pPr>
              <a:buNone/>
              <a:defRPr sz="36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buNone/>
              <a:defRPr sz="36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buNone/>
              <a:defRPr sz="36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buNone/>
              <a:defRPr sz="36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buNone/>
              <a:defRPr sz="36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buNone/>
              <a:defRPr sz="36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buNone/>
              <a:defRPr sz="36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buNone/>
              <a:defRPr sz="36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buNone/>
              <a:defRPr sz="36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buNone/>
            </a:pPr>
          </a:p>
        </p:txBody>
      </p:sp>
      <p:sp>
        <p:nvSpPr>
          <p:cNvPr id="5" name="Freeform 185">
            <a:extLst xmlns:a="http://schemas.openxmlformats.org/drawingml/2006/main">
              <a:ext uri="{FF2B5EF4-FFF2-40B4-BE49-F238E27FC236}">
                <a16:creationId xmlns:a16="http://schemas.microsoft.com/office/drawing/2014/main" id="{A76C8527-4E88-4C46-992E-B9EEA6A21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007" y="2155825"/>
            <a:ext cx="915988" cy="700088"/>
          </a:xfrm>
          <a:custGeom xmlns:a="http://schemas.openxmlformats.org/drawingml/2006/main">
            <a:rect l="0" t="0" r="r" b="b"/>
            <a:pathLst>
              <a:path w="619" h="472">
                <a:moveTo>
                  <a:pt x="545" y="0"/>
                </a:moveTo>
                <a:lnTo>
                  <a:pt x="545" y="0"/>
                </a:lnTo>
                <a:cubicBezTo>
                  <a:pt x="73" y="0"/>
                  <a:pt x="73" y="0"/>
                  <a:pt x="73" y="0"/>
                </a:cubicBezTo>
                <a:cubicBezTo>
                  <a:pt x="29" y="0"/>
                  <a:pt x="0" y="30"/>
                  <a:pt x="0" y="73"/>
                </a:cubicBezTo>
                <a:cubicBezTo>
                  <a:pt x="0" y="397"/>
                  <a:pt x="0" y="397"/>
                  <a:pt x="0" y="397"/>
                </a:cubicBezTo>
                <a:cubicBezTo>
                  <a:pt x="0" y="442"/>
                  <a:pt x="29" y="471"/>
                  <a:pt x="73" y="471"/>
                </a:cubicBezTo>
                <a:cubicBezTo>
                  <a:pt x="545" y="471"/>
                  <a:pt x="545" y="471"/>
                  <a:pt x="545" y="471"/>
                </a:cubicBezTo>
                <a:cubicBezTo>
                  <a:pt x="589" y="471"/>
                  <a:pt x="618" y="442"/>
                  <a:pt x="618" y="397"/>
                </a:cubicBezTo>
                <a:cubicBezTo>
                  <a:pt x="618" y="73"/>
                  <a:pt x="618" y="73"/>
                  <a:pt x="618" y="73"/>
                </a:cubicBezTo>
                <a:cubicBezTo>
                  <a:pt x="618" y="30"/>
                  <a:pt x="589" y="0"/>
                  <a:pt x="545" y="0"/>
                </a:cubicBezTo>
                <a:close/>
                <a:moveTo>
                  <a:pt x="559" y="44"/>
                </a:moveTo>
                <a:lnTo>
                  <a:pt x="559" y="44"/>
                </a:lnTo>
                <a:cubicBezTo>
                  <a:pt x="309" y="235"/>
                  <a:pt x="309" y="235"/>
                  <a:pt x="309" y="235"/>
                </a:cubicBezTo>
                <a:cubicBezTo>
                  <a:pt x="59" y="44"/>
                  <a:pt x="59" y="44"/>
                  <a:pt x="59" y="44"/>
                </a:cubicBezTo>
                <a:lnTo>
                  <a:pt x="559" y="44"/>
                </a:lnTo>
                <a:close/>
                <a:moveTo>
                  <a:pt x="29" y="397"/>
                </a:moveTo>
                <a:lnTo>
                  <a:pt x="29" y="397"/>
                </a:lnTo>
                <a:cubicBezTo>
                  <a:pt x="29" y="73"/>
                  <a:pt x="29" y="73"/>
                  <a:pt x="29" y="73"/>
                </a:cubicBezTo>
                <a:cubicBezTo>
                  <a:pt x="206" y="221"/>
                  <a:pt x="206" y="221"/>
                  <a:pt x="206" y="221"/>
                </a:cubicBezTo>
                <a:cubicBezTo>
                  <a:pt x="29" y="397"/>
                  <a:pt x="29" y="397"/>
                  <a:pt x="29" y="397"/>
                </a:cubicBezTo>
                <a:close/>
                <a:moveTo>
                  <a:pt x="59" y="427"/>
                </a:moveTo>
                <a:lnTo>
                  <a:pt x="59" y="427"/>
                </a:lnTo>
                <a:cubicBezTo>
                  <a:pt x="236" y="235"/>
                  <a:pt x="236" y="235"/>
                  <a:pt x="236" y="235"/>
                </a:cubicBezTo>
                <a:cubicBezTo>
                  <a:pt x="309" y="294"/>
                  <a:pt x="309" y="294"/>
                  <a:pt x="309" y="294"/>
                </a:cubicBezTo>
                <a:cubicBezTo>
                  <a:pt x="368" y="235"/>
                  <a:pt x="368" y="235"/>
                  <a:pt x="368" y="235"/>
                </a:cubicBezTo>
                <a:cubicBezTo>
                  <a:pt x="559" y="427"/>
                  <a:pt x="559" y="427"/>
                  <a:pt x="559" y="427"/>
                </a:cubicBezTo>
                <a:cubicBezTo>
                  <a:pt x="545" y="427"/>
                  <a:pt x="73" y="427"/>
                  <a:pt x="59" y="427"/>
                </a:cubicBezTo>
                <a:close/>
                <a:moveTo>
                  <a:pt x="589" y="397"/>
                </a:moveTo>
                <a:lnTo>
                  <a:pt x="589" y="397"/>
                </a:lnTo>
                <a:lnTo>
                  <a:pt x="589" y="397"/>
                </a:lnTo>
                <a:cubicBezTo>
                  <a:pt x="412" y="221"/>
                  <a:pt x="412" y="221"/>
                  <a:pt x="412" y="221"/>
                </a:cubicBezTo>
                <a:cubicBezTo>
                  <a:pt x="589" y="73"/>
                  <a:pt x="589" y="73"/>
                  <a:pt x="589" y="73"/>
                </a:cubicBezTo>
                <a:lnTo>
                  <a:pt x="589" y="39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wrap="none" lIns="121877" tIns="60939" rIns="121877" bIns="60939" anchor="ctr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" name="TextBox 17">
            <a:extLst xmlns:a="http://schemas.openxmlformats.org/drawingml/2006/main">
              <a:ext uri="{FF2B5EF4-FFF2-40B4-BE49-F238E27FC236}">
                <a16:creationId xmlns:a16="http://schemas.microsoft.com/office/drawing/2014/main" id="{F1A4EFE6-CADE-4466-98BD-C5E5D8F2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7703" y="3133725"/>
            <a:ext cx="2317559" cy="4616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36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buNone/>
              <a:defRPr sz="36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buNone/>
              <a:defRPr sz="36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buNone/>
              <a:defRPr sz="36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buNone/>
              <a:defRPr sz="36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buNone/>
              <a:defRPr sz="36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buNone/>
              <a:defRPr sz="36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buNone/>
              <a:defRPr sz="36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buNone/>
              <a:defRPr sz="36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2400" b="1">
                <a:solidFill>
                  <a:schemeClr val="bg2"/>
                </a:solidFill>
                <a:latin typeface="Gisha"/>
                <a:ea typeface="Gisha"/>
                <a:cs typeface="Gisha"/>
              </a:rPr>
              <a:t>GET IN TOUCH</a:t>
            </a:r>
          </a:p>
        </p:txBody>
      </p:sp>
      <p:sp>
        <p:nvSpPr>
          <p:cNvPr id="7" name="TextBox 18">
            <a:extLst xmlns:a="http://schemas.openxmlformats.org/drawingml/2006/main">
              <a:ext uri="{FF2B5EF4-FFF2-40B4-BE49-F238E27FC236}">
                <a16:creationId xmlns:a16="http://schemas.microsoft.com/office/drawing/2014/main" id="{4EBA273D-BDB0-4D89-A26B-C1CD1DAB1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5213" y="3479800"/>
            <a:ext cx="2818400" cy="58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36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buNone/>
              <a:defRPr sz="36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buNone/>
              <a:defRPr sz="36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buNone/>
              <a:defRPr sz="36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buNone/>
              <a:defRPr sz="36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buNone/>
              <a:defRPr sz="36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buNone/>
              <a:defRPr sz="36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buNone/>
              <a:defRPr sz="36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buNone/>
              <a:defRPr sz="36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1600">
                <a:solidFill>
                  <a:schemeClr val="bg1"/>
                </a:solidFill>
                <a:latin typeface="Gisha"/>
                <a:ea typeface="Gisha"/>
                <a:cs typeface="Gisha"/>
              </a:rPr>
              <a:t>Send us a message or visit us</a:t>
            </a:r>
          </a:p>
          <a:p xmlns:a="http://schemas.openxmlformats.org/drawingml/2006/main">
            <a:pPr algn="ctr">
              <a:buNone/>
            </a:pPr>
            <a:r>
              <a:rPr sz="1600">
                <a:solidFill>
                  <a:schemeClr val="bg1"/>
                </a:solidFill>
                <a:latin typeface="Gisha"/>
                <a:ea typeface="Gisha"/>
                <a:cs typeface="Gisha"/>
              </a:rPr>
              <a:t>Whenever you like</a:t>
            </a:r>
          </a:p>
        </p:txBody>
      </p:sp>
      <p:sp>
        <p:nvSpPr>
          <p:cNvPr id="8" name="Shape 1646">
            <a:extLst xmlns:a="http://schemas.openxmlformats.org/drawingml/2006/main">
              <a:ext uri="{FF2B5EF4-FFF2-40B4-BE49-F238E27FC236}">
                <a16:creationId xmlns:a16="http://schemas.microsoft.com/office/drawing/2014/main" id="{CD86992D-4807-42C7-8B4B-6635A3041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8996" y="5545673"/>
            <a:ext cx="211931" cy="212725"/>
          </a:xfrm>
          <a:custGeom xmlns:a="http://schemas.openxmlformats.org/drawingml/2006/main">
            <a:rect l="0" t="0" r="r" b="b"/>
            <a:pathLst>
              <a:path w="21600" h="21600">
                <a:moveTo>
                  <a:pt x="273" y="21600"/>
                </a:moveTo>
                <a:lnTo>
                  <a:pt x="4902" y="21600"/>
                </a:lnTo>
                <a:lnTo>
                  <a:pt x="4902" y="7024"/>
                </a:lnTo>
                <a:lnTo>
                  <a:pt x="273" y="7024"/>
                </a:lnTo>
                <a:lnTo>
                  <a:pt x="273" y="21600"/>
                </a:lnTo>
                <a:cubicBezTo>
                  <a:pt x="273" y="21600"/>
                  <a:pt x="273" y="21600"/>
                  <a:pt x="273" y="21600"/>
                </a:cubicBezTo>
                <a:close/>
                <a:moveTo>
                  <a:pt x="2621" y="0"/>
                </a:moveTo>
                <a:cubicBezTo>
                  <a:pt x="1033" y="0"/>
                  <a:pt x="0" y="1086"/>
                  <a:pt x="0" y="2518"/>
                </a:cubicBezTo>
                <a:cubicBezTo>
                  <a:pt x="0" y="3917"/>
                  <a:pt x="1004" y="5039"/>
                  <a:pt x="2558" y="5039"/>
                </a:cubicBezTo>
                <a:lnTo>
                  <a:pt x="2589" y="5039"/>
                </a:lnTo>
                <a:cubicBezTo>
                  <a:pt x="4203" y="5039"/>
                  <a:pt x="5207" y="3917"/>
                  <a:pt x="5207" y="2518"/>
                </a:cubicBezTo>
                <a:cubicBezTo>
                  <a:pt x="5178" y="1086"/>
                  <a:pt x="4203" y="0"/>
                  <a:pt x="2621" y="0"/>
                </a:cubicBezTo>
                <a:cubicBezTo>
                  <a:pt x="2621" y="0"/>
                  <a:pt x="2621" y="0"/>
                  <a:pt x="2621" y="0"/>
                </a:cubicBezTo>
                <a:close/>
                <a:moveTo>
                  <a:pt x="21600" y="13242"/>
                </a:moveTo>
                <a:lnTo>
                  <a:pt x="21600" y="21600"/>
                </a:lnTo>
                <a:lnTo>
                  <a:pt x="16970" y="21600"/>
                </a:lnTo>
                <a:lnTo>
                  <a:pt x="16970" y="13803"/>
                </a:lnTo>
                <a:cubicBezTo>
                  <a:pt x="16970" y="11844"/>
                  <a:pt x="16299" y="10507"/>
                  <a:pt x="14623" y="10507"/>
                </a:cubicBezTo>
                <a:cubicBezTo>
                  <a:pt x="13345" y="10507"/>
                  <a:pt x="12582" y="11408"/>
                  <a:pt x="12250" y="12280"/>
                </a:cubicBezTo>
                <a:cubicBezTo>
                  <a:pt x="12127" y="12592"/>
                  <a:pt x="12094" y="13025"/>
                  <a:pt x="12094" y="13462"/>
                </a:cubicBezTo>
                <a:lnTo>
                  <a:pt x="12094" y="21600"/>
                </a:lnTo>
                <a:lnTo>
                  <a:pt x="7463" y="21600"/>
                </a:lnTo>
                <a:cubicBezTo>
                  <a:pt x="7463" y="21600"/>
                  <a:pt x="7525" y="8394"/>
                  <a:pt x="7463" y="7024"/>
                </a:cubicBezTo>
                <a:lnTo>
                  <a:pt x="12094" y="7024"/>
                </a:lnTo>
                <a:lnTo>
                  <a:pt x="12094" y="9093"/>
                </a:lnTo>
                <a:cubicBezTo>
                  <a:pt x="12087" y="9106"/>
                  <a:pt x="12074" y="9123"/>
                  <a:pt x="12066" y="9139"/>
                </a:cubicBezTo>
                <a:lnTo>
                  <a:pt x="12094" y="9139"/>
                </a:lnTo>
                <a:lnTo>
                  <a:pt x="12094" y="9093"/>
                </a:lnTo>
                <a:cubicBezTo>
                  <a:pt x="12710" y="8101"/>
                  <a:pt x="13808" y="6683"/>
                  <a:pt x="16269" y="6683"/>
                </a:cubicBezTo>
                <a:cubicBezTo>
                  <a:pt x="19315" y="6683"/>
                  <a:pt x="21600" y="8767"/>
                  <a:pt x="21600" y="13242"/>
                </a:cubicBezTo>
                <a:cubicBezTo>
                  <a:pt x="21600" y="13242"/>
                  <a:pt x="21600" y="13242"/>
                  <a:pt x="21600" y="1324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270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buNone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</a:defRPr>
            </a:pPr>
          </a:p>
        </p:txBody>
      </p:sp>
      <p:sp>
        <p:nvSpPr>
          <p:cNvPr id="9" name="Shape 1649">
            <a:extLst xmlns:a="http://schemas.openxmlformats.org/drawingml/2006/main">
              <a:ext uri="{FF2B5EF4-FFF2-40B4-BE49-F238E27FC236}">
                <a16:creationId xmlns:a16="http://schemas.microsoft.com/office/drawing/2014/main" id="{71814CD4-0E7E-49AE-A5D5-B710EFBFA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8464" y="5561548"/>
            <a:ext cx="242094" cy="196850"/>
          </a:xfrm>
          <a:custGeom xmlns:a="http://schemas.openxmlformats.org/drawingml/2006/main">
            <a:rect l="0" t="0" r="r" b="b"/>
            <a:pathLst>
              <a:path w="21600" h="21600">
                <a:moveTo>
                  <a:pt x="21600" y="2559"/>
                </a:moveTo>
                <a:cubicBezTo>
                  <a:pt x="20805" y="2994"/>
                  <a:pt x="19949" y="3285"/>
                  <a:pt x="19055" y="3417"/>
                </a:cubicBezTo>
                <a:cubicBezTo>
                  <a:pt x="19968" y="2742"/>
                  <a:pt x="20672" y="1676"/>
                  <a:pt x="21003" y="401"/>
                </a:cubicBezTo>
                <a:cubicBezTo>
                  <a:pt x="20147" y="1026"/>
                  <a:pt x="19198" y="1478"/>
                  <a:pt x="18187" y="1722"/>
                </a:cubicBezTo>
                <a:cubicBezTo>
                  <a:pt x="17379" y="665"/>
                  <a:pt x="16228" y="0"/>
                  <a:pt x="14953" y="0"/>
                </a:cubicBezTo>
                <a:cubicBezTo>
                  <a:pt x="12506" y="0"/>
                  <a:pt x="10524" y="2441"/>
                  <a:pt x="10524" y="5454"/>
                </a:cubicBezTo>
                <a:cubicBezTo>
                  <a:pt x="10524" y="5881"/>
                  <a:pt x="10561" y="6298"/>
                  <a:pt x="10637" y="6694"/>
                </a:cubicBezTo>
                <a:cubicBezTo>
                  <a:pt x="6954" y="6468"/>
                  <a:pt x="3689" y="4296"/>
                  <a:pt x="1504" y="998"/>
                </a:cubicBezTo>
                <a:cubicBezTo>
                  <a:pt x="1122" y="1806"/>
                  <a:pt x="903" y="2742"/>
                  <a:pt x="903" y="3739"/>
                </a:cubicBezTo>
                <a:cubicBezTo>
                  <a:pt x="903" y="5631"/>
                  <a:pt x="1686" y="7302"/>
                  <a:pt x="2875" y="8279"/>
                </a:cubicBezTo>
                <a:cubicBezTo>
                  <a:pt x="2149" y="8248"/>
                  <a:pt x="1466" y="8005"/>
                  <a:pt x="868" y="7599"/>
                </a:cubicBezTo>
                <a:cubicBezTo>
                  <a:pt x="868" y="7618"/>
                  <a:pt x="868" y="7641"/>
                  <a:pt x="868" y="7666"/>
                </a:cubicBezTo>
                <a:cubicBezTo>
                  <a:pt x="868" y="10307"/>
                  <a:pt x="2395" y="12512"/>
                  <a:pt x="4423" y="13011"/>
                </a:cubicBezTo>
                <a:cubicBezTo>
                  <a:pt x="4051" y="13134"/>
                  <a:pt x="3658" y="13201"/>
                  <a:pt x="3255" y="13201"/>
                </a:cubicBezTo>
                <a:cubicBezTo>
                  <a:pt x="2970" y="13201"/>
                  <a:pt x="2691" y="13168"/>
                  <a:pt x="2420" y="13106"/>
                </a:cubicBezTo>
                <a:cubicBezTo>
                  <a:pt x="2983" y="15270"/>
                  <a:pt x="4621" y="16846"/>
                  <a:pt x="6561" y="16890"/>
                </a:cubicBezTo>
                <a:cubicBezTo>
                  <a:pt x="5042" y="18353"/>
                  <a:pt x="3134" y="19225"/>
                  <a:pt x="1056" y="19225"/>
                </a:cubicBezTo>
                <a:cubicBezTo>
                  <a:pt x="700" y="19225"/>
                  <a:pt x="347" y="19197"/>
                  <a:pt x="0" y="19149"/>
                </a:cubicBezTo>
                <a:cubicBezTo>
                  <a:pt x="1963" y="20695"/>
                  <a:pt x="4290" y="21600"/>
                  <a:pt x="6791" y="21600"/>
                </a:cubicBezTo>
                <a:cubicBezTo>
                  <a:pt x="14943" y="21600"/>
                  <a:pt x="19401" y="13291"/>
                  <a:pt x="19401" y="6084"/>
                </a:cubicBezTo>
                <a:cubicBezTo>
                  <a:pt x="19401" y="5851"/>
                  <a:pt x="19396" y="5613"/>
                  <a:pt x="19388" y="5380"/>
                </a:cubicBezTo>
                <a:cubicBezTo>
                  <a:pt x="20253" y="4614"/>
                  <a:pt x="21005" y="3652"/>
                  <a:pt x="21600" y="2559"/>
                </a:cubicBezTo>
                <a:cubicBezTo>
                  <a:pt x="21600" y="2559"/>
                  <a:pt x="21600" y="2559"/>
                  <a:pt x="21600" y="255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270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buNone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</a:defRPr>
            </a:pPr>
          </a:p>
        </p:txBody>
      </p:sp>
      <p:sp>
        <p:nvSpPr>
          <p:cNvPr id="10" name="Shape 1652">
            <a:extLst xmlns:a="http://schemas.openxmlformats.org/drawingml/2006/main">
              <a:ext uri="{FF2B5EF4-FFF2-40B4-BE49-F238E27FC236}">
                <a16:creationId xmlns:a16="http://schemas.microsoft.com/office/drawing/2014/main" id="{870F5EA5-DA8E-4E2B-9DB8-D88441E94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9365" y="5596472"/>
            <a:ext cx="231775" cy="173832"/>
          </a:xfrm>
          <a:custGeom xmlns:a="http://schemas.openxmlformats.org/drawingml/2006/main">
            <a:rect l="0" t="0" r="r" b="b"/>
            <a:pathLst>
              <a:path w="21600" h="21600">
                <a:moveTo>
                  <a:pt x="8640" y="16021"/>
                </a:moveTo>
                <a:lnTo>
                  <a:pt x="8640" y="4401"/>
                </a:lnTo>
                <a:lnTo>
                  <a:pt x="14811" y="10212"/>
                </a:lnTo>
                <a:lnTo>
                  <a:pt x="8640" y="16021"/>
                </a:lnTo>
                <a:cubicBezTo>
                  <a:pt x="8640" y="16021"/>
                  <a:pt x="8640" y="16021"/>
                  <a:pt x="8640" y="16021"/>
                </a:cubicBezTo>
                <a:close/>
                <a:moveTo>
                  <a:pt x="21600" y="4613"/>
                </a:moveTo>
                <a:cubicBezTo>
                  <a:pt x="21600" y="2066"/>
                  <a:pt x="20156" y="0"/>
                  <a:pt x="18372" y="0"/>
                </a:cubicBezTo>
                <a:lnTo>
                  <a:pt x="3228" y="0"/>
                </a:lnTo>
                <a:cubicBezTo>
                  <a:pt x="1444" y="0"/>
                  <a:pt x="0" y="2066"/>
                  <a:pt x="0" y="4613"/>
                </a:cubicBezTo>
                <a:lnTo>
                  <a:pt x="0" y="16986"/>
                </a:lnTo>
                <a:cubicBezTo>
                  <a:pt x="0" y="19533"/>
                  <a:pt x="1444" y="21600"/>
                  <a:pt x="3228" y="21600"/>
                </a:cubicBezTo>
                <a:lnTo>
                  <a:pt x="18372" y="21600"/>
                </a:lnTo>
                <a:cubicBezTo>
                  <a:pt x="20156" y="21600"/>
                  <a:pt x="21600" y="19533"/>
                  <a:pt x="21600" y="16986"/>
                </a:cubicBezTo>
                <a:lnTo>
                  <a:pt x="21600" y="4613"/>
                </a:lnTo>
                <a:cubicBezTo>
                  <a:pt x="21600" y="4613"/>
                  <a:pt x="21600" y="4613"/>
                  <a:pt x="21600" y="4613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270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buNone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</a:defRPr>
            </a:pPr>
          </a:p>
        </p:txBody>
      </p:sp>
      <p:sp>
        <p:nvSpPr>
          <p:cNvPr id="11" name="Freeform 34">
            <a:extLst xmlns:a="http://schemas.openxmlformats.org/drawingml/2006/main">
              <a:ext uri="{FF2B5EF4-FFF2-40B4-BE49-F238E27FC236}">
                <a16:creationId xmlns:a16="http://schemas.microsoft.com/office/drawing/2014/main" id="{807D1521-EA73-444B-A3F4-735A44590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847" y="5545673"/>
            <a:ext cx="126207" cy="235744"/>
          </a:xfrm>
          <a:custGeom xmlns:a="http://schemas.openxmlformats.org/drawingml/2006/main">
            <a:rect l="0" t="0" r="r" b="b"/>
            <a:pathLst>
              <a:path w="249" h="453">
                <a:moveTo>
                  <a:pt x="248" y="80"/>
                </a:moveTo>
                <a:lnTo>
                  <a:pt x="248" y="80"/>
                </a:lnTo>
                <a:cubicBezTo>
                  <a:pt x="177" y="80"/>
                  <a:pt x="177" y="80"/>
                  <a:pt x="177" y="80"/>
                </a:cubicBezTo>
                <a:cubicBezTo>
                  <a:pt x="169" y="80"/>
                  <a:pt x="160" y="89"/>
                  <a:pt x="160" y="107"/>
                </a:cubicBezTo>
                <a:cubicBezTo>
                  <a:pt x="160" y="160"/>
                  <a:pt x="160" y="160"/>
                  <a:pt x="160" y="160"/>
                </a:cubicBezTo>
                <a:cubicBezTo>
                  <a:pt x="248" y="160"/>
                  <a:pt x="248" y="160"/>
                  <a:pt x="248" y="160"/>
                </a:cubicBezTo>
                <a:cubicBezTo>
                  <a:pt x="248" y="231"/>
                  <a:pt x="248" y="231"/>
                  <a:pt x="248" y="231"/>
                </a:cubicBezTo>
                <a:cubicBezTo>
                  <a:pt x="160" y="231"/>
                  <a:pt x="160" y="231"/>
                  <a:pt x="160" y="231"/>
                </a:cubicBezTo>
                <a:cubicBezTo>
                  <a:pt x="160" y="452"/>
                  <a:pt x="160" y="452"/>
                  <a:pt x="160" y="452"/>
                </a:cubicBezTo>
                <a:cubicBezTo>
                  <a:pt x="79" y="452"/>
                  <a:pt x="79" y="452"/>
                  <a:pt x="79" y="452"/>
                </a:cubicBezTo>
                <a:cubicBezTo>
                  <a:pt x="79" y="231"/>
                  <a:pt x="79" y="231"/>
                  <a:pt x="79" y="231"/>
                </a:cubicBezTo>
                <a:cubicBezTo>
                  <a:pt x="0" y="231"/>
                  <a:pt x="0" y="231"/>
                  <a:pt x="0" y="231"/>
                </a:cubicBezTo>
                <a:cubicBezTo>
                  <a:pt x="0" y="160"/>
                  <a:pt x="0" y="160"/>
                  <a:pt x="0" y="160"/>
                </a:cubicBezTo>
                <a:cubicBezTo>
                  <a:pt x="79" y="160"/>
                  <a:pt x="79" y="160"/>
                  <a:pt x="79" y="160"/>
                </a:cubicBezTo>
                <a:cubicBezTo>
                  <a:pt x="79" y="116"/>
                  <a:pt x="79" y="116"/>
                  <a:pt x="79" y="116"/>
                </a:cubicBezTo>
                <a:cubicBezTo>
                  <a:pt x="79" y="54"/>
                  <a:pt x="115" y="0"/>
                  <a:pt x="177" y="0"/>
                </a:cubicBezTo>
                <a:cubicBezTo>
                  <a:pt x="248" y="0"/>
                  <a:pt x="248" y="0"/>
                  <a:pt x="248" y="0"/>
                </a:cubicBezTo>
                <a:lnTo>
                  <a:pt x="248" y="80"/>
                </a:lnTo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txBody>
          <a:bodyPr xmlns:a="http://schemas.openxmlformats.org/drawingml/2006/main" wrap="none" lIns="17145" tIns="8573" rIns="17145" bIns="8573" anchor="ctr"/>
          <a:lstStyle xmlns:a="http://schemas.openxmlformats.org/drawingml/2006/main"/>
          <a:p xmlns:a="http://schemas.openxmlformats.org/drawingml/2006/main"/>
        </p:txBody>
      </p:sp>
      <p:sp>
        <p:nvSpPr>
          <p:cNvPr id="12" name="TextBox 20">
            <a:extLst xmlns:a="http://schemas.openxmlformats.org/drawingml/2006/main">
              <a:ext uri="{FF2B5EF4-FFF2-40B4-BE49-F238E27FC236}">
                <a16:creationId xmlns:a16="http://schemas.microsoft.com/office/drawing/2014/main" id="{42836DC4-42AA-4287-8911-3667AF1FB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398" y="4711788"/>
            <a:ext cx="2308068" cy="830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>
              <a:buNone/>
              <a:defRPr sz="36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buNone/>
              <a:defRPr sz="36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buNone/>
              <a:defRPr sz="36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buNone/>
              <a:defRPr sz="36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buNone/>
              <a:defRPr sz="36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buNone/>
              <a:defRPr sz="36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buNone/>
              <a:defRPr sz="36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buNone/>
              <a:defRPr sz="36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buNone/>
              <a:defRPr sz="36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1600">
                <a:solidFill>
                  <a:schemeClr val="bg1"/>
                </a:solidFill>
                <a:latin typeface="Sinkin Sans 300 Light"/>
                <a:ea typeface="Sinkin Sans 300 Light"/>
                <a:cs typeface="Sinkin Sans 300 Light"/>
              </a:rPr>
              <a:t>Connection One</a:t>
            </a:r>
          </a:p>
          <a:p xmlns:a="http://schemas.openxmlformats.org/drawingml/2006/main">
            <a:pPr algn="ctr">
              <a:buNone/>
            </a:pPr>
            <a:r>
              <a:rPr sz="1600">
                <a:solidFill>
                  <a:schemeClr val="bg1"/>
                </a:solidFill>
                <a:latin typeface="Sinkin Sans 300 Light"/>
                <a:ea typeface="Sinkin Sans 300 Light"/>
                <a:cs typeface="Sinkin Sans 300 Light"/>
              </a:rPr>
              <a:t>168 </a:t>
            </a:r>
            <a:r>
              <a:rPr sz="1600">
                <a:solidFill>
                  <a:schemeClr val="bg1"/>
                </a:solidFill>
                <a:latin typeface="Sinkin Sans 300 Light"/>
                <a:ea typeface="Sinkin Sans 300 Light"/>
                <a:cs typeface="Sinkin Sans 300 Light"/>
              </a:rPr>
              <a:t>Jalan</a:t>
            </a:r>
            <a:r>
              <a:rPr sz="1600">
                <a:solidFill>
                  <a:schemeClr val="bg1"/>
                </a:solidFill>
                <a:latin typeface="Sinkin Sans 300 Light"/>
                <a:ea typeface="Sinkin Sans 300 Light"/>
                <a:cs typeface="Sinkin Sans 300 Light"/>
              </a:rPr>
              <a:t> Bukit Merah</a:t>
            </a:r>
            <a:br/>
            <a:r>
              <a:rPr sz="1600">
                <a:solidFill>
                  <a:schemeClr val="bg1"/>
                </a:solidFill>
                <a:latin typeface="Sinkin Sans 300 Light"/>
                <a:ea typeface="Sinkin Sans 300 Light"/>
                <a:cs typeface="Sinkin Sans 300 Light"/>
              </a:rPr>
              <a:t>Singapore 150168</a:t>
            </a:r>
          </a:p>
        </p:txBody>
      </p:sp>
      <p:sp>
        <p:nvSpPr>
          <p:cNvPr id="14" name="Text Placeholder 13">
            <a:extLst xmlns:a="http://schemas.openxmlformats.org/drawingml/2006/main">
              <a:ext uri="{FF2B5EF4-FFF2-40B4-BE49-F238E27FC236}">
                <a16:creationId xmlns:a16="http://schemas.microsoft.com/office/drawing/2014/main" id="{028D2F57-21C0-4749-A9B5-BB30BE2DE750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4933062" y="4012576"/>
            <a:ext cx="2362200" cy="1017461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ctr">
              <a:buNone/>
              <a:defRPr sz="1600" b="0">
                <a:solidFill>
                  <a:schemeClr val="bg1"/>
                </a:solidFill>
                <a:latin typeface="Gisha"/>
                <a:ea typeface="Gisha"/>
                <a:cs typeface="Gisha"/>
              </a:defRPr>
            </a:lvl1pPr>
          </a:lstStyle>
          <a:p xmlns:a="http://schemas.openxmlformats.org/drawingml/2006/main">
            <a:pPr>
              <a:buNone/>
            </a:pPr>
            <a:r>
              <a:t>&lt;Name&gt;</a:t>
            </a:r>
            <a:br/>
            <a:r>
              <a:t>(</a:t>
            </a:r>
            <a:r>
              <a:t>65) DID</a:t>
            </a:r>
            <a:br/>
            <a:r>
              <a:t>(</a:t>
            </a:r>
            <a:r>
              <a:t>65) Mobile</a:t>
            </a:r>
          </a:p>
        </p:txBody>
      </p:sp>
    </p:spTree>
  </p:cSld>
</p:sldLayout>
</file>

<file path=ppt/slideLayouts/slideLayout43.xml><?xml version="1.0" encoding="utf-8"?>
<p:sldLayout xmlns:p="http://schemas.openxmlformats.org/presentationml/2006/main">
  <p:cSld name="General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44.xml><?xml version="1.0" encoding="utf-8"?>
<p:sldLayout xmlns:p="http://schemas.openxmlformats.org/presentationml/2006/main" userDrawn="1">
  <p:cSld name="Desktop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icture Placeholder 13">
            <a:extLst xmlns:a="http://schemas.openxmlformats.org/drawingml/2006/main">
              <a:ext uri="{FF2B5EF4-FFF2-40B4-BE49-F238E27FC236}">
                <a16:creationId xmlns:a16="http://schemas.microsoft.com/office/drawing/2014/main" id="{D8F127D4-6503-44D7-9397-545CDA6875CF}"/>
              </a:ext>
            </a:extLst>
          </p:cNvPr>
          <p:cNvSpPr>
            <a:spLocks xmlns:a="http://schemas.openxmlformats.org/drawingml/2006/main" noGrp="1"/>
          </p:cNvSpPr>
          <p:nvPr>
            <p:ph type="pic" idx="23"/>
          </p:nvPr>
        </p:nvSpPr>
        <p:spPr>
          <a:xfrm xmlns:a="http://schemas.openxmlformats.org/drawingml/2006/main">
            <a:off x="1862617" y="2340243"/>
            <a:ext cx="3201355" cy="1919523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400">
                <a:ln>
                  <a:noFill/>
                </a:ln>
                <a:solidFill>
                  <a:schemeClr val="bg1">
                    <a:lumMod val="8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45.xml><?xml version="1.0" encoding="utf-8"?>
<p:sldLayout xmlns:p="http://schemas.openxmlformats.org/presentationml/2006/main" userDrawn="1">
  <p:cSld name="Laptop_Mockup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C063972F-9D8A-41AD-8E1B-F1007E1668A5}"/>
              </a:ext>
            </a:extLst>
          </p:cNvPr>
          <p:cNvSpPr>
            <a:spLocks xmlns:a="http://schemas.openxmlformats.org/drawingml/2006/main" noGrp="1"/>
          </p:cNvSpPr>
          <p:nvPr>
            <p:ph type="pic" idx="26"/>
          </p:nvPr>
        </p:nvSpPr>
        <p:spPr>
          <a:xfrm xmlns:a="http://schemas.openxmlformats.org/drawingml/2006/main">
            <a:off x="6686066" y="2362264"/>
            <a:ext cx="4184470" cy="2628900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ctr">
              <a:buNone/>
              <a:defRPr sz="1100">
                <a:latin typeface="Lato"/>
                <a:ea typeface="Lato"/>
                <a:cs typeface="Lato"/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46.xml><?xml version="1.0" encoding="utf-8"?>
<p:sldLayout xmlns:p="http://schemas.openxmlformats.org/presentationml/2006/main" userDrawn="1">
  <p:cSld name="37_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A5149BAC-C729-43B3-984C-D0E7C9A766CF}"/>
              </a:ext>
            </a:extLst>
          </p:cNvPr>
          <p:cNvSpPr>
            <a:spLocks xmlns:a="http://schemas.openxmlformats.org/drawingml/2006/main" noGrp="1"/>
          </p:cNvSpPr>
          <p:nvPr>
            <p:ph type="pic" idx="25"/>
          </p:nvPr>
        </p:nvSpPr>
        <p:spPr>
          <a:xfrm xmlns:a="http://schemas.openxmlformats.org/drawingml/2006/main">
            <a:off x="4518407" y="1704043"/>
            <a:ext cx="3067308" cy="1727542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ctr">
              <a:buNone/>
              <a:defRPr sz="1100">
                <a:latin typeface="Lato"/>
                <a:ea typeface="Lato"/>
                <a:cs typeface="Lato"/>
              </a:defRPr>
            </a:lvl1pPr>
          </a:lstStyle>
          <a:p xmlns:a="http://schemas.openxmlformats.org/drawingml/2006/main"/>
        </p:txBody>
      </p:sp>
      <p:sp>
        <p:nvSpPr>
          <p:cNvPr id="70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69427E7E-98A6-40D7-A6CD-5B0B0339C9B3}"/>
              </a:ext>
            </a:extLst>
          </p:cNvPr>
          <p:cNvSpPr>
            <a:spLocks xmlns:a="http://schemas.openxmlformats.org/drawingml/2006/main" noGrp="1"/>
          </p:cNvSpPr>
          <p:nvPr>
            <p:ph type="pic" idx="26"/>
          </p:nvPr>
        </p:nvSpPr>
        <p:spPr>
          <a:xfrm xmlns:a="http://schemas.openxmlformats.org/drawingml/2006/main">
            <a:off x="6856922" y="3392463"/>
            <a:ext cx="428837" cy="735735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ctr">
              <a:buNone/>
              <a:defRPr sz="500">
                <a:latin typeface="Lato"/>
                <a:ea typeface="Lato"/>
                <a:cs typeface="Lato"/>
              </a:defRPr>
            </a:lvl1pPr>
          </a:lstStyle>
          <a:p xmlns:a="http://schemas.openxmlformats.org/drawingml/2006/main"/>
        </p:txBody>
      </p:sp>
      <p:sp>
        <p:nvSpPr>
          <p:cNvPr id="71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26191FCD-72E1-40EC-9203-7B3B84482ADC}"/>
              </a:ext>
            </a:extLst>
          </p:cNvPr>
          <p:cNvSpPr>
            <a:spLocks xmlns:a="http://schemas.openxmlformats.org/drawingml/2006/main" noGrp="1"/>
          </p:cNvSpPr>
          <p:nvPr>
            <p:ph type="pic" idx="27"/>
          </p:nvPr>
        </p:nvSpPr>
        <p:spPr>
          <a:xfrm xmlns:a="http://schemas.openxmlformats.org/drawingml/2006/main">
            <a:off x="3387951" y="2877988"/>
            <a:ext cx="1957356" cy="1233697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ctr">
              <a:buNone/>
              <a:defRPr sz="1100">
                <a:latin typeface="Lato"/>
                <a:ea typeface="Lato"/>
                <a:cs typeface="Lato"/>
              </a:defRPr>
            </a:lvl1pPr>
          </a:lstStyle>
          <a:p xmlns:a="http://schemas.openxmlformats.org/drawingml/2006/main"/>
        </p:txBody>
      </p:sp>
      <p:sp>
        <p:nvSpPr>
          <p:cNvPr id="72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D167D9AA-CB58-4525-BC5D-2F7E8D043A59}"/>
              </a:ext>
            </a:extLst>
          </p:cNvPr>
          <p:cNvSpPr>
            <a:spLocks xmlns:a="http://schemas.openxmlformats.org/drawingml/2006/main" noGrp="1"/>
          </p:cNvSpPr>
          <p:nvPr>
            <p:ph type="pic" idx="28"/>
          </p:nvPr>
        </p:nvSpPr>
        <p:spPr>
          <a:xfrm xmlns:a="http://schemas.openxmlformats.org/drawingml/2006/main">
            <a:off x="7448074" y="2822093"/>
            <a:ext cx="988040" cy="1300742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ctr">
              <a:buNone/>
              <a:defRPr sz="1100">
                <a:latin typeface="Lato"/>
                <a:ea typeface="Lato"/>
                <a:cs typeface="Lato"/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47.xml><?xml version="1.0" encoding="utf-8"?>
<p:sldLayout xmlns:p="http://schemas.openxmlformats.org/presentationml/2006/main" userDrawn="1">
  <p:cSld name="Mobile_device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F9C881B4-8EE4-419D-AC00-29A74FD0006D}"/>
              </a:ext>
            </a:extLst>
          </p:cNvPr>
          <p:cNvSpPr>
            <a:spLocks xmlns:a="http://schemas.openxmlformats.org/drawingml/2006/main" noGrp="1"/>
          </p:cNvSpPr>
          <p:nvPr>
            <p:ph type="pic" idx="25"/>
          </p:nvPr>
        </p:nvSpPr>
        <p:spPr>
          <a:xfrm xmlns:a="http://schemas.openxmlformats.org/drawingml/2006/main">
            <a:off x="5346666" y="1871231"/>
            <a:ext cx="1505647" cy="2667316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ctr">
              <a:buNone/>
              <a:defRPr sz="1100">
                <a:latin typeface="Lato"/>
                <a:ea typeface="Lato"/>
                <a:cs typeface="Lato"/>
              </a:defRPr>
            </a:lvl1pPr>
          </a:lstStyle>
          <a:p xmlns:a="http://schemas.openxmlformats.org/drawingml/2006/main"/>
        </p:txBody>
      </p:sp>
      <p:sp>
        <p:nvSpPr>
          <p:cNvPr id="11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7D3054E6-1A42-4E1D-81D6-21921FC1F4FB}"/>
              </a:ext>
            </a:extLst>
          </p:cNvPr>
          <p:cNvSpPr>
            <a:spLocks xmlns:a="http://schemas.openxmlformats.org/drawingml/2006/main" noGrp="1"/>
          </p:cNvSpPr>
          <p:nvPr>
            <p:ph type="pic" idx="26"/>
          </p:nvPr>
        </p:nvSpPr>
        <p:spPr>
          <a:xfrm xmlns:a="http://schemas.openxmlformats.org/drawingml/2006/main">
            <a:off x="8526496" y="1871231"/>
            <a:ext cx="1505647" cy="2667316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ctr">
              <a:buNone/>
              <a:defRPr sz="1100">
                <a:latin typeface="Lato"/>
                <a:ea typeface="Lato"/>
                <a:cs typeface="Lato"/>
              </a:defRPr>
            </a:lvl1pPr>
          </a:lstStyle>
          <a:p xmlns:a="http://schemas.openxmlformats.org/drawingml/2006/main"/>
        </p:txBody>
      </p:sp>
      <p:sp>
        <p:nvSpPr>
          <p:cNvPr id="12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A49091F8-021B-4800-A816-1BCBDE1D2011}"/>
              </a:ext>
            </a:extLst>
          </p:cNvPr>
          <p:cNvSpPr>
            <a:spLocks xmlns:a="http://schemas.openxmlformats.org/drawingml/2006/main" noGrp="1"/>
          </p:cNvSpPr>
          <p:nvPr>
            <p:ph type="pic" idx="27"/>
          </p:nvPr>
        </p:nvSpPr>
        <p:spPr>
          <a:xfrm xmlns:a="http://schemas.openxmlformats.org/drawingml/2006/main">
            <a:off x="2152906" y="1871231"/>
            <a:ext cx="1505647" cy="2667316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ctr">
              <a:buNone/>
              <a:defRPr sz="1100">
                <a:latin typeface="Lato"/>
                <a:ea typeface="Lato"/>
                <a:cs typeface="Lato"/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48.xml><?xml version="1.0" encoding="utf-8"?>
<p:sldLayout xmlns:p="http://schemas.openxmlformats.org/presentationml/2006/main" userDrawn="1">
  <p:cSld name="1_Mobile_device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04C2A812-0E4E-4DB6-A69F-F8F8BF38CA89}"/>
              </a:ext>
            </a:extLst>
          </p:cNvPr>
          <p:cNvSpPr>
            <a:spLocks xmlns:a="http://schemas.openxmlformats.org/drawingml/2006/main" noGrp="1"/>
          </p:cNvSpPr>
          <p:nvPr>
            <p:ph type="pic" idx="26"/>
          </p:nvPr>
        </p:nvSpPr>
        <p:spPr>
          <a:xfrm xmlns:a="http://schemas.openxmlformats.org/drawingml/2006/main">
            <a:off x="6296915" y="2027348"/>
            <a:ext cx="1712989" cy="3034632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ctr">
              <a:buNone/>
              <a:defRPr sz="1100">
                <a:latin typeface="Lato"/>
                <a:ea typeface="Lato"/>
                <a:cs typeface="Lato"/>
              </a:defRPr>
            </a:lvl1pPr>
          </a:lstStyle>
          <a:p xmlns:a="http://schemas.openxmlformats.org/drawingml/2006/main"/>
        </p:txBody>
      </p:sp>
      <p:sp>
        <p:nvSpPr>
          <p:cNvPr id="8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29621050-D2B7-441A-94CC-9D70216FFBC2}"/>
              </a:ext>
            </a:extLst>
          </p:cNvPr>
          <p:cNvSpPr>
            <a:spLocks xmlns:a="http://schemas.openxmlformats.org/drawingml/2006/main" noGrp="1"/>
          </p:cNvSpPr>
          <p:nvPr>
            <p:ph type="pic" idx="27"/>
          </p:nvPr>
        </p:nvSpPr>
        <p:spPr>
          <a:xfrm xmlns:a="http://schemas.openxmlformats.org/drawingml/2006/main">
            <a:off x="4165234" y="2027348"/>
            <a:ext cx="1712989" cy="3034632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ctr">
              <a:buNone/>
              <a:defRPr sz="1100">
                <a:latin typeface="Lato"/>
                <a:ea typeface="Lato"/>
                <a:cs typeface="Lato"/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49.xml><?xml version="1.0" encoding="utf-8"?>
<p:sldLayout xmlns:p="http://schemas.openxmlformats.org/presentationml/2006/main" userDrawn="1">
  <p:cSld name="iPad_Mockup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Picture Placeholder 12">
            <a:extLst xmlns:a="http://schemas.openxmlformats.org/drawingml/2006/main">
              <a:ext uri="{FF2B5EF4-FFF2-40B4-BE49-F238E27FC236}">
                <a16:creationId xmlns:a16="http://schemas.microsoft.com/office/drawing/2014/main" id="{4F56803F-887B-4C04-AC87-7A225E2CFDC4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1370242" y="1953776"/>
            <a:ext cx="2801401" cy="37333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/>
        </p:txBody>
      </p:sp>
    </p:spTree>
  </p:cSld>
</p:sldLayout>
</file>

<file path=ppt/slideLayouts/slideLayout50.xml><?xml version="1.0" encoding="utf-8"?>
<p:sldLayout xmlns:p="http://schemas.openxmlformats.org/presentationml/2006/main">
  <p:cSld name="1_Mai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icture Placeholder 13">
            <a:extLst xmlns:a="http://schemas.openxmlformats.org/drawingml/2006/main">
              <a:ext uri="{FF2B5EF4-FFF2-40B4-BE49-F238E27FC236}">
                <a16:creationId xmlns:a16="http://schemas.microsoft.com/office/drawing/2014/main" id="{0A9FE22D-6830-4502-B241-9D7B28F6E4E8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0" y="2203722"/>
            <a:ext cx="6585689" cy="326091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400">
                <a:ln>
                  <a:noFill/>
                </a:ln>
                <a:solidFill>
                  <a:schemeClr val="bg1">
                    <a:lumMod val="85000"/>
                  </a:schemeClr>
                </a:solidFill>
              </a:defRPr>
            </a:lvl1pPr>
          </a:lstStyle>
          <a:p xmlns:a="http://schemas.openxmlformats.org/drawingml/2006/main">
            <a:r>
              <a:t>Drag picture to placeholder or click icon to add</a:t>
            </a:r>
          </a:p>
        </p:txBody>
      </p:sp>
    </p:spTree>
  </p:cSld>
</p:sldLayout>
</file>

<file path=ppt/slideLayouts/slideLayout51.xml><?xml version="1.0" encoding="utf-8"?>
<p:sldLayout xmlns:p="http://schemas.openxmlformats.org/presentationml/2006/main">
  <p:cSld name="2_Mai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13">
            <a:extLst xmlns:a="http://schemas.openxmlformats.org/drawingml/2006/main">
              <a:ext uri="{FF2B5EF4-FFF2-40B4-BE49-F238E27FC236}">
                <a16:creationId xmlns:a16="http://schemas.microsoft.com/office/drawing/2014/main" id="{E64DE965-0EFF-4591-B465-727979E89922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1" y="0"/>
            <a:ext cx="12191999" cy="339090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400">
                <a:ln>
                  <a:noFill/>
                </a:ln>
                <a:solidFill>
                  <a:schemeClr val="bg1">
                    <a:lumMod val="85000"/>
                  </a:schemeClr>
                </a:solidFill>
              </a:defRPr>
            </a:lvl1pPr>
          </a:lstStyle>
          <a:p xmlns:a="http://schemas.openxmlformats.org/drawingml/2006/main">
            <a:r>
              <a:t>Drag picture to placeholder or click icon to add</a:t>
            </a:r>
          </a:p>
        </p:txBody>
      </p:sp>
    </p:spTree>
  </p:cSld>
</p:sldLayout>
</file>

<file path=ppt/slideLayouts/slideLayout52.xml><?xml version="1.0" encoding="utf-8"?>
<p:sldLayout xmlns:p="http://schemas.openxmlformats.org/presentationml/2006/main" userDrawn="1">
  <p:cSld name="Welcome Messag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35E38795-985A-4986-B515-F230BF7E0F75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6115841" y="3429000"/>
            <a:ext cx="6096000" cy="342900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999"/>
            </a:lvl1pPr>
          </a:lstStyle>
          <a:p xmlns:a="http://schemas.openxmlformats.org/drawingml/2006/main"/>
        </p:txBody>
      </p:sp>
      <p:sp>
        <p:nvSpPr>
          <p:cNvPr id="1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9FF976F4-F864-4D71-8A17-F8677C85201E}"/>
              </a:ext>
            </a:extLst>
          </p:cNvPr>
          <p:cNvSpPr>
            <a:spLocks xmlns:a="http://schemas.openxmlformats.org/drawingml/2006/main" noGrp="1"/>
          </p:cNvSpPr>
          <p:nvPr>
            <p:ph type="pic" idx="13"/>
          </p:nvPr>
        </p:nvSpPr>
        <p:spPr>
          <a:xfrm xmlns:a="http://schemas.openxmlformats.org/drawingml/2006/main">
            <a:off x="0" y="0"/>
            <a:ext cx="6096000" cy="342900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999"/>
            </a:lvl1pPr>
          </a:lstStyle>
          <a:p xmlns:a="http://schemas.openxmlformats.org/drawingml/2006/main"/>
        </p:txBody>
      </p:sp>
    </p:spTree>
  </p:cSld>
</p:sldLayout>
</file>

<file path=ppt/slideLayouts/slideLayout53.xml><?xml version="1.0" encoding="utf-8"?>
<p:sldLayout xmlns:p="http://schemas.openxmlformats.org/presentationml/2006/main" userDrawn="1">
  <p:cSld name="Features Galler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Picture Placeholder 13">
            <a:extLst xmlns:a="http://schemas.openxmlformats.org/drawingml/2006/main">
              <a:ext uri="{FF2B5EF4-FFF2-40B4-BE49-F238E27FC236}">
                <a16:creationId xmlns:a16="http://schemas.microsoft.com/office/drawing/2014/main" id="{4A3C6DA7-3C7F-451E-9B9E-34E6E5AB9724}"/>
              </a:ext>
            </a:extLst>
          </p:cNvPr>
          <p:cNvSpPr>
            <a:spLocks xmlns:a="http://schemas.openxmlformats.org/drawingml/2006/main" noGrp="1"/>
          </p:cNvSpPr>
          <p:nvPr>
            <p:ph type="pic" idx="24"/>
          </p:nvPr>
        </p:nvSpPr>
        <p:spPr>
          <a:xfrm xmlns:a="http://schemas.openxmlformats.org/drawingml/2006/main">
            <a:off x="8770215" y="2306661"/>
            <a:ext cx="2475294" cy="2452347"/>
          </a:xfrm>
          <a:prstGeom xmlns:a="http://schemas.openxmlformats.org/drawingml/2006/main" prst="diamond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400">
                <a:ln>
                  <a:noFill/>
                </a:ln>
                <a:solidFill>
                  <a:schemeClr val="bg1">
                    <a:lumMod val="8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15" name="Picture Placeholder 13">
            <a:extLst xmlns:a="http://schemas.openxmlformats.org/drawingml/2006/main">
              <a:ext uri="{FF2B5EF4-FFF2-40B4-BE49-F238E27FC236}">
                <a16:creationId xmlns:a16="http://schemas.microsoft.com/office/drawing/2014/main" id="{52A32E95-E26A-4FBE-AE2D-B2088237ABCE}"/>
              </a:ext>
            </a:extLst>
          </p:cNvPr>
          <p:cNvSpPr>
            <a:spLocks xmlns:a="http://schemas.openxmlformats.org/drawingml/2006/main" noGrp="1"/>
          </p:cNvSpPr>
          <p:nvPr>
            <p:ph type="pic" idx="25"/>
          </p:nvPr>
        </p:nvSpPr>
        <p:spPr>
          <a:xfrm xmlns:a="http://schemas.openxmlformats.org/drawingml/2006/main">
            <a:off x="6215457" y="2306661"/>
            <a:ext cx="2475294" cy="2452347"/>
          </a:xfrm>
          <a:prstGeom xmlns:a="http://schemas.openxmlformats.org/drawingml/2006/main" prst="diamond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400">
                <a:ln>
                  <a:noFill/>
                </a:ln>
                <a:solidFill>
                  <a:schemeClr val="bg1">
                    <a:lumMod val="8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16" name="Picture Placeholder 13">
            <a:extLst xmlns:a="http://schemas.openxmlformats.org/drawingml/2006/main">
              <a:ext uri="{FF2B5EF4-FFF2-40B4-BE49-F238E27FC236}">
                <a16:creationId xmlns:a16="http://schemas.microsoft.com/office/drawing/2014/main" id="{47EAC1A4-F37D-4211-B13C-ECDC1ECDC7CF}"/>
              </a:ext>
            </a:extLst>
          </p:cNvPr>
          <p:cNvSpPr>
            <a:spLocks xmlns:a="http://schemas.openxmlformats.org/drawingml/2006/main" noGrp="1"/>
          </p:cNvSpPr>
          <p:nvPr>
            <p:ph type="pic" idx="26"/>
          </p:nvPr>
        </p:nvSpPr>
        <p:spPr>
          <a:xfrm xmlns:a="http://schemas.openxmlformats.org/drawingml/2006/main">
            <a:off x="7492836" y="3729205"/>
            <a:ext cx="2475294" cy="2452347"/>
          </a:xfrm>
          <a:prstGeom xmlns:a="http://schemas.openxmlformats.org/drawingml/2006/main" prst="diamond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400">
                <a:ln>
                  <a:noFill/>
                </a:ln>
                <a:solidFill>
                  <a:schemeClr val="bg1">
                    <a:lumMod val="8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54.xml><?xml version="1.0" encoding="utf-8"?>
<p:sldLayout xmlns:p="http://schemas.openxmlformats.org/presentationml/2006/main" userDrawn="1">
  <p:cSld name="2_Title Slide">
    <p:bg>
      <p:bgPr>
        <a:gradFill xmlns:a="http://schemas.openxmlformats.org/drawingml/2006/main" rotWithShape="1">
          <a:gsLst>
            <a:gs pos="0">
              <a:schemeClr val="accent5">
                <a:lumMod val="40000"/>
                <a:lumOff val="60000"/>
              </a:schemeClr>
            </a:gs>
            <a:gs pos="46000">
              <a:schemeClr val="accent5">
                <a:lumMod val="95000"/>
                <a:lumOff val="5000"/>
              </a:schemeClr>
            </a:gs>
            <a:gs pos="100000">
              <a:schemeClr val="accent5">
                <a:lumMod val="60000"/>
              </a:schemeClr>
            </a:gs>
          </a:gsLst>
          <a:path path="circle">
            <a:fillToRect l="50000" t="130000" r="50000" b="-30000"/>
          </a:path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55.xml><?xml version="1.0" encoding="utf-8"?>
<p:sldLayout xmlns:p="http://schemas.openxmlformats.org/presentationml/2006/main" preserve="1" userDrawn="1">
  <p:cSld name="Title Slide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4b14cc75b714db5" /><Relationship Type="http://schemas.openxmlformats.org/officeDocument/2006/relationships/slideLayout" Target="/ppt/slideLayouts/slideLayout1.xml" Id="R7728ab527b3144a1" /><Relationship Type="http://schemas.openxmlformats.org/officeDocument/2006/relationships/slideLayout" Target="/ppt/slideLayouts/slideLayout2.xml" Id="Rd579316407254a4f" /><Relationship Type="http://schemas.openxmlformats.org/officeDocument/2006/relationships/slideLayout" Target="/ppt/slideLayouts/slideLayout3.xml" Id="Rbafd766568ba4d95" /><Relationship Type="http://schemas.openxmlformats.org/officeDocument/2006/relationships/slideLayout" Target="/ppt/slideLayouts/slideLayout4.xml" Id="Rdff1b7f15b904043" /><Relationship Type="http://schemas.openxmlformats.org/officeDocument/2006/relationships/slideLayout" Target="/ppt/slideLayouts/slideLayout5.xml" Id="Rabb4777f0bfa46b4" /><Relationship Type="http://schemas.openxmlformats.org/officeDocument/2006/relationships/slideLayout" Target="/ppt/slideLayouts/slideLayout6.xml" Id="R386976c9af6b4690" /><Relationship Type="http://schemas.openxmlformats.org/officeDocument/2006/relationships/slideLayout" Target="/ppt/slideLayouts/slideLayout7.xml" Id="R091729ecb76d4947" /><Relationship Type="http://schemas.openxmlformats.org/officeDocument/2006/relationships/slideLayout" Target="/ppt/slideLayouts/slideLayout8.xml" Id="R3d8447a051dc4e9e" /><Relationship Type="http://schemas.openxmlformats.org/officeDocument/2006/relationships/slideLayout" Target="/ppt/slideLayouts/slideLayout9.xml" Id="Rf039ad409d854792" /><Relationship Type="http://schemas.openxmlformats.org/officeDocument/2006/relationships/slideLayout" Target="/ppt/slideLayouts/slideLayout10.xml" Id="Reeb3d6d071ff4d42" /><Relationship Type="http://schemas.openxmlformats.org/officeDocument/2006/relationships/slideLayout" Target="/ppt/slideLayouts/slideLayout11.xml" Id="R7558575331534e14" /><Relationship Type="http://schemas.openxmlformats.org/officeDocument/2006/relationships/slideLayout" Target="/ppt/slideLayouts/slideLayout12.xml" Id="Rdaa38dadd8d940d1" /><Relationship Type="http://schemas.openxmlformats.org/officeDocument/2006/relationships/slideLayout" Target="/ppt/slideLayouts/slideLayout13.xml" Id="Rd28db2dd81ed4bc8" /><Relationship Type="http://schemas.openxmlformats.org/officeDocument/2006/relationships/slideLayout" Target="/ppt/slideLayouts/slideLayout14.xml" Id="Rc9d8f2bd9ba44414" /><Relationship Type="http://schemas.openxmlformats.org/officeDocument/2006/relationships/slideLayout" Target="/ppt/slideLayouts/slideLayout15.xml" Id="R1d55df1b31804033" /><Relationship Type="http://schemas.openxmlformats.org/officeDocument/2006/relationships/slideLayout" Target="/ppt/slideLayouts/slideLayout16.xml" Id="R90db9876dbf24ddd" /><Relationship Type="http://schemas.openxmlformats.org/officeDocument/2006/relationships/slideLayout" Target="/ppt/slideLayouts/slideLayout17.xml" Id="R56f6688363fe4a9e" /><Relationship Type="http://schemas.openxmlformats.org/officeDocument/2006/relationships/slideLayout" Target="/ppt/slideLayouts/slideLayout18.xml" Id="R9093e53426c54c6e" /><Relationship Type="http://schemas.openxmlformats.org/officeDocument/2006/relationships/slideLayout" Target="/ppt/slideLayouts/slideLayout19.xml" Id="R09fb9381532746b8" /><Relationship Type="http://schemas.openxmlformats.org/officeDocument/2006/relationships/slideLayout" Target="/ppt/slideLayouts/slideLayout20.xml" Id="Rc1b4a3d985ae4160" /><Relationship Type="http://schemas.openxmlformats.org/officeDocument/2006/relationships/slideLayout" Target="/ppt/slideLayouts/slideLayout21.xml" Id="R6ed748a2f18b45d3" /><Relationship Type="http://schemas.openxmlformats.org/officeDocument/2006/relationships/slideLayout" Target="/ppt/slideLayouts/slideLayout22.xml" Id="R192ecfc469314fe1" /><Relationship Type="http://schemas.openxmlformats.org/officeDocument/2006/relationships/slideLayout" Target="/ppt/slideLayouts/slideLayout23.xml" Id="Rc8196587db6f40a5" /><Relationship Type="http://schemas.openxmlformats.org/officeDocument/2006/relationships/slideLayout" Target="/ppt/slideLayouts/slideLayout24.xml" Id="Ra3176f03244d4dfa" /><Relationship Type="http://schemas.openxmlformats.org/officeDocument/2006/relationships/slideLayout" Target="/ppt/slideLayouts/slideLayout25.xml" Id="R8225860fe5804590" /><Relationship Type="http://schemas.openxmlformats.org/officeDocument/2006/relationships/slideLayout" Target="/ppt/slideLayouts/slideLayout26.xml" Id="R248ca243135d4a97" /><Relationship Type="http://schemas.openxmlformats.org/officeDocument/2006/relationships/slideLayout" Target="/ppt/slideLayouts/slideLayout27.xml" Id="R036c1dc2bdef476e" /><Relationship Type="http://schemas.openxmlformats.org/officeDocument/2006/relationships/slideLayout" Target="/ppt/slideLayouts/slideLayout28.xml" Id="R8db2f71bbf424d65" /><Relationship Type="http://schemas.openxmlformats.org/officeDocument/2006/relationships/slideLayout" Target="/ppt/slideLayouts/slideLayout29.xml" Id="Rc9445d2948514813" /><Relationship Type="http://schemas.openxmlformats.org/officeDocument/2006/relationships/slideLayout" Target="/ppt/slideLayouts/slideLayout30.xml" Id="Rf7e153275a2747e2" /><Relationship Type="http://schemas.openxmlformats.org/officeDocument/2006/relationships/slideLayout" Target="/ppt/slideLayouts/slideLayout31.xml" Id="Rb31ba5a6bc1b4128" /><Relationship Type="http://schemas.openxmlformats.org/officeDocument/2006/relationships/slideLayout" Target="/ppt/slideLayouts/slideLayout32.xml" Id="R20ebc9db2e94463e" /><Relationship Type="http://schemas.openxmlformats.org/officeDocument/2006/relationships/slideLayout" Target="/ppt/slideLayouts/slideLayout33.xml" Id="Ra30e25581bc64007" /><Relationship Type="http://schemas.openxmlformats.org/officeDocument/2006/relationships/slideLayout" Target="/ppt/slideLayouts/slideLayout34.xml" Id="Rdc36d8b0a5c342ff" /><Relationship Type="http://schemas.openxmlformats.org/officeDocument/2006/relationships/slideLayout" Target="/ppt/slideLayouts/slideLayout35.xml" Id="R8cb0649780834c47" /><Relationship Type="http://schemas.openxmlformats.org/officeDocument/2006/relationships/slideLayout" Target="/ppt/slideLayouts/slideLayout36.xml" Id="R03b6fba9e7984c7d" /><Relationship Type="http://schemas.openxmlformats.org/officeDocument/2006/relationships/slideLayout" Target="/ppt/slideLayouts/slideLayout37.xml" Id="Re725548a69a84ae5" /><Relationship Type="http://schemas.openxmlformats.org/officeDocument/2006/relationships/slideLayout" Target="/ppt/slideLayouts/slideLayout38.xml" Id="R748523c936484ddf" /><Relationship Type="http://schemas.openxmlformats.org/officeDocument/2006/relationships/slideLayout" Target="/ppt/slideLayouts/slideLayout39.xml" Id="Rae2d68526591440b" /><Relationship Type="http://schemas.openxmlformats.org/officeDocument/2006/relationships/slideLayout" Target="/ppt/slideLayouts/slideLayout40.xml" Id="Ra10a80dab3b144e4" /><Relationship Type="http://schemas.openxmlformats.org/officeDocument/2006/relationships/slideLayout" Target="/ppt/slideLayouts/slideLayout41.xml" Id="R9ccb98c96deb4b2f" /><Relationship Type="http://schemas.openxmlformats.org/officeDocument/2006/relationships/slideLayout" Target="/ppt/slideLayouts/slideLayout42.xml" Id="R9ddcdf3755f3401f" /><Relationship Type="http://schemas.openxmlformats.org/officeDocument/2006/relationships/slideLayout" Target="/ppt/slideLayouts/slideLayout43.xml" Id="Rda220d0f8ff24f07" /><Relationship Type="http://schemas.openxmlformats.org/officeDocument/2006/relationships/slideLayout" Target="/ppt/slideLayouts/slideLayout44.xml" Id="R061d392c11e6442f" /><Relationship Type="http://schemas.openxmlformats.org/officeDocument/2006/relationships/slideLayout" Target="/ppt/slideLayouts/slideLayout45.xml" Id="R85ddcc4a7ac947a9" /><Relationship Type="http://schemas.openxmlformats.org/officeDocument/2006/relationships/slideLayout" Target="/ppt/slideLayouts/slideLayout46.xml" Id="R225b3959d6ce413b" /><Relationship Type="http://schemas.openxmlformats.org/officeDocument/2006/relationships/slideLayout" Target="/ppt/slideLayouts/slideLayout47.xml" Id="R2a2cede3de834e92" /><Relationship Type="http://schemas.openxmlformats.org/officeDocument/2006/relationships/slideLayout" Target="/ppt/slideLayouts/slideLayout48.xml" Id="R2733a4024d834905" /><Relationship Type="http://schemas.openxmlformats.org/officeDocument/2006/relationships/slideLayout" Target="/ppt/slideLayouts/slideLayout49.xml" Id="Rf4d297d88ab043de" /><Relationship Type="http://schemas.openxmlformats.org/officeDocument/2006/relationships/slideLayout" Target="/ppt/slideLayouts/slideLayout50.xml" Id="R54d68ae3822540b5" /><Relationship Type="http://schemas.openxmlformats.org/officeDocument/2006/relationships/slideLayout" Target="/ppt/slideLayouts/slideLayout51.xml" Id="R475d8e5e85e0416e" /><Relationship Type="http://schemas.openxmlformats.org/officeDocument/2006/relationships/slideLayout" Target="/ppt/slideLayouts/slideLayout52.xml" Id="R60ea36bdb3374294" /><Relationship Type="http://schemas.openxmlformats.org/officeDocument/2006/relationships/slideLayout" Target="/ppt/slideLayouts/slideLayout53.xml" Id="Rce2ea135d5304321" /><Relationship Type="http://schemas.openxmlformats.org/officeDocument/2006/relationships/slideLayout" Target="/ppt/slideLayouts/slideLayout54.xml" Id="R0df3f07cf91841d8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203577844fbf406b" /><Relationship Type="http://schemas.openxmlformats.org/officeDocument/2006/relationships/slideLayout" Target="/ppt/slideLayouts/slideLayout55.xml" Id="R5305e605f7ae4452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2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0F36F19D-D2FC-4FD3-A61D-B2254A8A8D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2BA55C1D-BE96-4682-A291-61C66792E10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402829C-6858-4416-92A1-D68C66F1E3A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35A048FB-3E55-4882-8DFF-412236E27EE3}" type="datetimeFigureOut">
              <a:t>8/7/2026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CDBD686-9557-4320-8C6B-C4BDB92518FA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7F0FB25-2C12-4AFD-9DC2-61D43B2B5CC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DE11722-9B82-4459-A19E-8C43A771A971}" type="slidenum">
              <a:t>‹#›</a:t>
            </a:fld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728ab527b3144a1"/>
    <p:sldLayoutId xmlns:r="http://schemas.openxmlformats.org/officeDocument/2006/relationships" id="2147483650" r:id="Rd579316407254a4f"/>
    <p:sldLayoutId xmlns:r="http://schemas.openxmlformats.org/officeDocument/2006/relationships" id="2147483651" r:id="Rbafd766568ba4d95"/>
    <p:sldLayoutId xmlns:r="http://schemas.openxmlformats.org/officeDocument/2006/relationships" id="2147483652" r:id="Rdff1b7f15b904043"/>
    <p:sldLayoutId xmlns:r="http://schemas.openxmlformats.org/officeDocument/2006/relationships" id="2147483653" r:id="Rabb4777f0bfa46b4"/>
    <p:sldLayoutId xmlns:r="http://schemas.openxmlformats.org/officeDocument/2006/relationships" id="2147483654" r:id="R386976c9af6b4690"/>
    <p:sldLayoutId xmlns:r="http://schemas.openxmlformats.org/officeDocument/2006/relationships" id="2147483655" r:id="R091729ecb76d4947"/>
    <p:sldLayoutId xmlns:r="http://schemas.openxmlformats.org/officeDocument/2006/relationships" id="2147483656" r:id="R3d8447a051dc4e9e"/>
    <p:sldLayoutId xmlns:r="http://schemas.openxmlformats.org/officeDocument/2006/relationships" id="2147483657" r:id="Rf039ad409d854792"/>
    <p:sldLayoutId xmlns:r="http://schemas.openxmlformats.org/officeDocument/2006/relationships" id="2147483658" r:id="Reeb3d6d071ff4d42"/>
    <p:sldLayoutId xmlns:r="http://schemas.openxmlformats.org/officeDocument/2006/relationships" id="2147483659" r:id="R7558575331534e14"/>
    <p:sldLayoutId xmlns:r="http://schemas.openxmlformats.org/officeDocument/2006/relationships" id="2147483660" r:id="Rdaa38dadd8d940d1"/>
    <p:sldLayoutId xmlns:r="http://schemas.openxmlformats.org/officeDocument/2006/relationships" id="2147483661" r:id="Rd28db2dd81ed4bc8"/>
    <p:sldLayoutId xmlns:r="http://schemas.openxmlformats.org/officeDocument/2006/relationships" id="2147483662" r:id="Rc9d8f2bd9ba44414"/>
    <p:sldLayoutId xmlns:r="http://schemas.openxmlformats.org/officeDocument/2006/relationships" id="2147483663" r:id="R1d55df1b31804033"/>
    <p:sldLayoutId xmlns:r="http://schemas.openxmlformats.org/officeDocument/2006/relationships" id="2147483664" r:id="R90db9876dbf24ddd"/>
    <p:sldLayoutId xmlns:r="http://schemas.openxmlformats.org/officeDocument/2006/relationships" id="2147483665" r:id="R56f6688363fe4a9e"/>
    <p:sldLayoutId xmlns:r="http://schemas.openxmlformats.org/officeDocument/2006/relationships" id="2147483666" r:id="R9093e53426c54c6e"/>
    <p:sldLayoutId xmlns:r="http://schemas.openxmlformats.org/officeDocument/2006/relationships" id="2147483667" r:id="R09fb9381532746b8"/>
    <p:sldLayoutId xmlns:r="http://schemas.openxmlformats.org/officeDocument/2006/relationships" id="2147483668" r:id="Rc1b4a3d985ae4160"/>
    <p:sldLayoutId xmlns:r="http://schemas.openxmlformats.org/officeDocument/2006/relationships" id="2147483669" r:id="R6ed748a2f18b45d3"/>
    <p:sldLayoutId xmlns:r="http://schemas.openxmlformats.org/officeDocument/2006/relationships" id="2147483670" r:id="R192ecfc469314fe1"/>
    <p:sldLayoutId xmlns:r="http://schemas.openxmlformats.org/officeDocument/2006/relationships" id="2147483671" r:id="Rc8196587db6f40a5"/>
    <p:sldLayoutId xmlns:r="http://schemas.openxmlformats.org/officeDocument/2006/relationships" id="2147483672" r:id="Ra3176f03244d4dfa"/>
    <p:sldLayoutId xmlns:r="http://schemas.openxmlformats.org/officeDocument/2006/relationships" id="2147483673" r:id="R8225860fe5804590"/>
    <p:sldLayoutId xmlns:r="http://schemas.openxmlformats.org/officeDocument/2006/relationships" id="2147483674" r:id="R248ca243135d4a97"/>
    <p:sldLayoutId xmlns:r="http://schemas.openxmlformats.org/officeDocument/2006/relationships" id="2147483675" r:id="R036c1dc2bdef476e"/>
    <p:sldLayoutId xmlns:r="http://schemas.openxmlformats.org/officeDocument/2006/relationships" id="2147483676" r:id="R8db2f71bbf424d65"/>
    <p:sldLayoutId xmlns:r="http://schemas.openxmlformats.org/officeDocument/2006/relationships" id="2147483677" r:id="Rc9445d2948514813"/>
    <p:sldLayoutId xmlns:r="http://schemas.openxmlformats.org/officeDocument/2006/relationships" id="2147483678" r:id="Rf7e153275a2747e2"/>
    <p:sldLayoutId xmlns:r="http://schemas.openxmlformats.org/officeDocument/2006/relationships" id="2147483679" r:id="Rb31ba5a6bc1b4128"/>
    <p:sldLayoutId xmlns:r="http://schemas.openxmlformats.org/officeDocument/2006/relationships" id="2147483680" r:id="R20ebc9db2e94463e"/>
    <p:sldLayoutId xmlns:r="http://schemas.openxmlformats.org/officeDocument/2006/relationships" id="2147483681" r:id="Ra30e25581bc64007"/>
    <p:sldLayoutId xmlns:r="http://schemas.openxmlformats.org/officeDocument/2006/relationships" id="2147483682" r:id="Rdc36d8b0a5c342ff"/>
    <p:sldLayoutId xmlns:r="http://schemas.openxmlformats.org/officeDocument/2006/relationships" id="2147483683" r:id="R8cb0649780834c47"/>
    <p:sldLayoutId xmlns:r="http://schemas.openxmlformats.org/officeDocument/2006/relationships" id="2147483684" r:id="R03b6fba9e7984c7d"/>
    <p:sldLayoutId xmlns:r="http://schemas.openxmlformats.org/officeDocument/2006/relationships" id="2147483685" r:id="Re725548a69a84ae5"/>
    <p:sldLayoutId xmlns:r="http://schemas.openxmlformats.org/officeDocument/2006/relationships" id="2147483686" r:id="R748523c936484ddf"/>
    <p:sldLayoutId xmlns:r="http://schemas.openxmlformats.org/officeDocument/2006/relationships" id="2147483687" r:id="Rae2d68526591440b"/>
    <p:sldLayoutId xmlns:r="http://schemas.openxmlformats.org/officeDocument/2006/relationships" id="2147483688" r:id="Ra10a80dab3b144e4"/>
    <p:sldLayoutId xmlns:r="http://schemas.openxmlformats.org/officeDocument/2006/relationships" id="2147483689" r:id="R9ccb98c96deb4b2f"/>
    <p:sldLayoutId xmlns:r="http://schemas.openxmlformats.org/officeDocument/2006/relationships" id="2147483690" r:id="R9ddcdf3755f3401f"/>
    <p:sldLayoutId xmlns:r="http://schemas.openxmlformats.org/officeDocument/2006/relationships" id="2147483691" r:id="Rda220d0f8ff24f07"/>
    <p:sldLayoutId xmlns:r="http://schemas.openxmlformats.org/officeDocument/2006/relationships" id="2147483692" r:id="R061d392c11e6442f"/>
    <p:sldLayoutId xmlns:r="http://schemas.openxmlformats.org/officeDocument/2006/relationships" id="2147483693" r:id="R85ddcc4a7ac947a9"/>
    <p:sldLayoutId xmlns:r="http://schemas.openxmlformats.org/officeDocument/2006/relationships" id="2147483694" r:id="R225b3959d6ce413b"/>
    <p:sldLayoutId xmlns:r="http://schemas.openxmlformats.org/officeDocument/2006/relationships" id="2147483695" r:id="R2a2cede3de834e92"/>
    <p:sldLayoutId xmlns:r="http://schemas.openxmlformats.org/officeDocument/2006/relationships" id="2147483696" r:id="R2733a4024d834905"/>
    <p:sldLayoutId xmlns:r="http://schemas.openxmlformats.org/officeDocument/2006/relationships" id="2147483697" r:id="Rf4d297d88ab043de"/>
    <p:sldLayoutId xmlns:r="http://schemas.openxmlformats.org/officeDocument/2006/relationships" id="2147483698" r:id="R54d68ae3822540b5"/>
    <p:sldLayoutId xmlns:r="http://schemas.openxmlformats.org/officeDocument/2006/relationships" id="2147483699" r:id="R475d8e5e85e0416e"/>
    <p:sldLayoutId xmlns:r="http://schemas.openxmlformats.org/officeDocument/2006/relationships" id="2147483700" r:id="R60ea36bdb3374294"/>
    <p:sldLayoutId xmlns:r="http://schemas.openxmlformats.org/officeDocument/2006/relationships" id="2147483701" r:id="Rce2ea135d5304321"/>
    <p:sldLayoutId xmlns:r="http://schemas.openxmlformats.org/officeDocument/2006/relationships" id="2147483702" r:id="R0df3f07cf91841d8"/>
  </p:sldLayoutIdLst>
  <p:txStyles>
    <p:titleStyle>
      <a:lvl1pPr xmlns:a="http://schemas.openxmlformats.org/drawingml/2006/main" algn="l">
        <a:lnSpc>
          <a:spcPct val="90000"/>
        </a:lnSpc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704" r:id="R5305e605f7ae4452"/>
  </p:sldLayoutIdLst>
  <p:txStyles>
    <p:titleStyle>
      <a:lvl1pPr xmlns:a="http://schemas.openxmlformats.org/drawingml/2006/main" algn="l">
        <a:lnSpc>
          <a:spcPct val="90000"/>
        </a:lnSpc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1_Office Theme">
  <a:themeElements>
    <a:clrScheme name="Meinhardt">
      <a:dk1>
        <a:srgbClr val="FFFFFF"/>
      </a:dk1>
      <a:lt1>
        <a:srgbClr val="5F5F5F"/>
      </a:lt1>
      <a:dk2>
        <a:srgbClr val="FFFFFF"/>
      </a:dk2>
      <a:lt2>
        <a:srgbClr val="FFFFFF"/>
      </a:lt2>
      <a:accent1>
        <a:srgbClr val="034A90"/>
      </a:accent1>
      <a:accent2>
        <a:srgbClr val="2F5496"/>
      </a:accent2>
      <a:accent3>
        <a:srgbClr val="44546A"/>
      </a:accent3>
      <a:accent4>
        <a:srgbClr val="FF0000"/>
      </a:accent4>
      <a:accent5>
        <a:srgbClr val="FFC000"/>
      </a:accent5>
      <a:accent6>
        <a:srgbClr val="92D050"/>
      </a:accent6>
      <a:hlink>
        <a:srgbClr val="0563C1"/>
      </a:hlink>
      <a:folHlink>
        <a:srgbClr val="7F7F7F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Meinhard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4.xml" Id="R841135a395594b9e" /><Relationship Type="http://schemas.openxmlformats.org/officeDocument/2006/relationships/image" Target="/ppt/media/image2.jpeg" Id="Rc23df49996724707" /><Relationship Type="http://schemas.openxmlformats.org/officeDocument/2006/relationships/notesSlide" Target="/ppt/notesSlides/notesSlide1.xml" Id="R3465b6f3bb60405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43.xml" Id="Rd602f61e32614dae" /><Relationship Type="http://schemas.openxmlformats.org/officeDocument/2006/relationships/image" Target="/ppt/media/image.png" Id="R745457f2113340ac" /><Relationship Type="http://schemas.openxmlformats.org/officeDocument/2006/relationships/notesSlide" Target="/ppt/notesSlides/notesSlide2.xml" Id="Re1208163cc154ec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43.xml" Id="Rac64fbbe5cec4f10" /><Relationship Type="http://schemas.openxmlformats.org/officeDocument/2006/relationships/image" Target="/ppt/media/image.png" Id="R04179f52680540df" /><Relationship Type="http://schemas.openxmlformats.org/officeDocument/2006/relationships/notesSlide" Target="/ppt/notesSlides/notesSlide3.xml" Id="R7b39cb5e6b314c2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43.xml" Id="Rbe4ff7485e0a4778" /><Relationship Type="http://schemas.openxmlformats.org/officeDocument/2006/relationships/image" Target="/ppt/media/image.png" Id="R211fbeb2567043d5" /><Relationship Type="http://schemas.openxmlformats.org/officeDocument/2006/relationships/notesSlide" Target="/ppt/notesSlides/notesSlide4.xml" Id="Rd4a38f69bbe6487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43.xml" Id="R4ac0849578e3442f" /><Relationship Type="http://schemas.openxmlformats.org/officeDocument/2006/relationships/image" Target="/ppt/media/image.png" Id="Rdf17e76815f64e8a" /><Relationship Type="http://schemas.openxmlformats.org/officeDocument/2006/relationships/notesSlide" Target="/ppt/notesSlides/notesSlide5.xml" Id="R0b6c75d6d13e4301" /></Relationships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accent1">
                <a:lumMod val="67000"/>
              </a:schemeClr>
            </a:gs>
            <a:gs pos="48000">
              <a:schemeClr val="accent1">
                <a:lumMod val="97000"/>
                <a:lumOff val="3000"/>
              </a:schemeClr>
            </a:gs>
            <a:gs pos="100000">
              <a:schemeClr val="accent1">
                <a:lumMod val="60000"/>
                <a:lumOff val="40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Pictur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3df49996724707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" y="0"/>
            <a:ext cx="12191998" cy="6857998"/>
          </a:xfrm>
          <a:prstGeom xmlns:a="http://schemas.openxmlformats.org/drawingml/2006/main" prst="rect">
            <a:avLst/>
          </a:prstGeom>
        </p:spPr>
      </p:pic>
      <p:sp>
        <p:nvSpPr>
          <p:cNvPr id="13" name="Title 2">
            <a:extLst xmlns:a="http://schemas.openxmlformats.org/drawingml/2006/main">
              <a:ext uri="{FF2B5EF4-FFF2-40B4-BE49-F238E27FC236}">
                <a16:creationId xmlns:a16="http://schemas.microsoft.com/office/drawing/2014/main" id="{90B1EA8B-B420-4FDC-BB49-E46759C93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361" y="1031530"/>
            <a:ext cx="11212651" cy="26741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lvl1pPr marL="179388">
              <a:buNone/>
              <a:defRPr sz="2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1pPr>
            <a:lvl2pPr marL="742950" indent="-285750">
              <a:buNone/>
              <a:defRPr sz="2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2pPr>
            <a:lvl3pPr marL="1143000" indent="-228600">
              <a:buNone/>
              <a:defRPr sz="2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3pPr>
            <a:lvl4pPr marL="1600200" indent="-228600">
              <a:buNone/>
              <a:defRPr sz="2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4pPr>
            <a:lvl5pPr marL="2057400" indent="-228600">
              <a:buNone/>
              <a:defRPr sz="2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5pPr>
            <a:lvl6pPr marL="2514600" indent="-228600">
              <a:buNone/>
              <a:defRPr sz="2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6pPr>
            <a:lvl7pPr marL="2971800" indent="-228600">
              <a:buNone/>
              <a:defRPr sz="2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7pPr>
            <a:lvl8pPr marL="3429000" indent="-228600">
              <a:buNone/>
              <a:defRPr sz="2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8pPr>
            <a:lvl9pPr marL="3886200" indent="-228600">
              <a:buNone/>
              <a:defRPr sz="2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marL="0">
              <a:lnSpc>
                <a:spcPts val="2000"/>
              </a:lnSpc>
              <a:buNone/>
            </a:pPr>
          </a:p>
          <a:p xmlns:a="http://schemas.openxmlformats.org/drawingml/2006/main">
            <a:pPr marL="0">
              <a:lnSpc>
                <a:spcPts val="2000"/>
              </a:lnSpc>
              <a:buNone/>
            </a:pPr>
          </a:p>
          <a:p xmlns:a="http://schemas.openxmlformats.org/drawingml/2006/main">
            <a:pPr marL="0">
              <a:lnSpc>
                <a:spcPts val="2000"/>
              </a:lnSpc>
              <a:buNone/>
            </a:pPr>
            <a:r>
              <a:rPr sz="4400" spc="-150">
                <a:solidFill>
                  <a:srgbClr val="C6E2FE"/>
                </a:solidFill>
                <a:latin typeface="Gisha"/>
                <a:ea typeface="Gisha"/>
                <a:cs typeface="Gisha"/>
              </a:rPr>
              <a:t>   Meinhardt Innovation Proposal</a:t>
            </a:r>
          </a:p>
          <a:p xmlns:a="http://schemas.openxmlformats.org/drawingml/2006/main">
            <a:pPr marL="0">
              <a:lnSpc>
                <a:spcPts val="2000"/>
              </a:lnSpc>
              <a:buNone/>
            </a:pPr>
            <a:r>
              <a:rPr sz="4400" spc="-150">
                <a:solidFill>
                  <a:srgbClr val="C6E2FE"/>
                </a:solidFill>
                <a:latin typeface="Gisha"/>
                <a:ea typeface="Gisha"/>
                <a:cs typeface="Gisha"/>
              </a:rPr>
              <a:t> </a:t>
            </a:r>
          </a:p>
          <a:p xmlns:a="http://schemas.openxmlformats.org/drawingml/2006/main">
            <a:pPr marL="0">
              <a:lnSpc>
                <a:spcPts val="2000"/>
              </a:lnSpc>
              <a:buNone/>
            </a:pPr>
            <a:r>
              <a:rPr sz="4400" spc="-150">
                <a:solidFill>
                  <a:srgbClr val="C6E2FE"/>
                </a:solidFill>
                <a:latin typeface="Gisha"/>
                <a:ea typeface="Gisha"/>
                <a:cs typeface="Gisha"/>
              </a:rPr>
              <a:t>  </a:t>
            </a:r>
            <a:r>
              <a:rPr sz="4400" spc="-150">
                <a:solidFill>
                  <a:prstClr val="white"/>
                </a:solidFill>
                <a:latin typeface="Gisha"/>
                <a:ea typeface="Gisha"/>
                <a:cs typeface="Gisha"/>
              </a:rPr>
              <a:t>  </a:t>
            </a:r>
          </a:p>
          <a:p xmlns:a="http://schemas.openxmlformats.org/drawingml/2006/main">
            <a:pPr marL="0">
              <a:lnSpc>
                <a:spcPts val="2000"/>
              </a:lnSpc>
              <a:buNone/>
            </a:pPr>
          </a:p>
          <a:p xmlns:a="http://schemas.openxmlformats.org/drawingml/2006/main">
            <a:pPr marL="0">
              <a:lnSpc>
                <a:spcPts val="2000"/>
              </a:lnSpc>
              <a:buNone/>
            </a:pPr>
            <a:r>
              <a:rPr sz="4400" spc="-150">
                <a:solidFill>
                  <a:prstClr val="white"/>
                </a:solidFill>
                <a:latin typeface="Gisha"/>
                <a:ea typeface="Gisha"/>
                <a:cs typeface="Gisha"/>
              </a:rPr>
              <a:t>   </a:t>
            </a:r>
            <a:r>
              <a:rPr sz="2400" spc="-15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04 June</a:t>
            </a:r>
            <a:r>
              <a:rPr sz="240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 2026</a:t>
            </a:r>
            <a:r>
              <a:rPr sz="4400" spc="-150">
                <a:solidFill>
                  <a:prstClr val="white"/>
                </a:solidFill>
                <a:latin typeface="Gisha"/>
                <a:ea typeface="Gisha"/>
                <a:cs typeface="Gisha"/>
              </a:rPr>
              <a:t>  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86E0D79A-672C-FB3A-378C-07AAF937D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1" y="4737256"/>
            <a:ext cx="3328737" cy="9233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>
            <a:sp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FFFF4F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FFFF4F"/>
                </a:solidFill>
                <a:latin typeface="Calibri"/>
                <a:ea typeface="Calibri"/>
                <a:cs typeface="Calibri"/>
              </a:rPr>
              <a:t>A unified desktop workflow</a:t>
            </a:r>
          </a:p>
          <a:p xmlns:a="http://schemas.openxmlformats.org/drawingml/2006/main">
            <a:pPr algn="l">
              <a:defRPr sz="1800">
                <a:solidFill>
                  <a:srgbClr val="FFFF4F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FFFF4F"/>
                </a:solidFill>
                <a:latin typeface="Calibri"/>
                <a:ea typeface="Calibri"/>
                <a:cs typeface="Calibri"/>
              </a:rPr>
              <a:t>for faster, safer CSI modelling</a:t>
            </a:r>
          </a:p>
        </p:txBody>
      </p:sp>
    </p:spTree>
    <p:extLst>
      <p:ext uri="{BB962C8B-B14F-4D97-AF65-F5344CB8AC3E}">
        <p14:creationId xmlns:p14="http://schemas.microsoft.com/office/powerpoint/2010/main" val="36165113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Picture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5457f2113340a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317795" y="-161866"/>
            <a:ext cx="1902403" cy="1358859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DA246E4-F430-4B65-81CC-D417D7068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827" y="517563"/>
            <a:ext cx="8389841" cy="32881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2000" b="1">
                <a:solidFill>
                  <a:schemeClr val="tx1">
                    <a:lumMod val="50000"/>
                  </a:schemeClr>
                </a:solidFill>
                <a:latin typeface="Gisha"/>
                <a:ea typeface="Gisha"/>
                <a:cs typeface="Gisha"/>
              </a:rPr>
              <a:t>THE PROPOSAL</a:t>
            </a:r>
          </a:p>
          <a:p xmlns:a="http://schemas.openxmlformats.org/drawingml/2006/main">
            <a:pPr>
              <a:lnSpc>
                <a:spcPct val="150000"/>
              </a:lnSpc>
              <a:buNone/>
            </a:pPr>
            <a:r>
              <a:t/>
            </a:r>
          </a:p>
          <a:p xmlns:a="http://schemas.openxmlformats.org/drawingml/2006/main">
            <a:pPr marL="342900" indent="-342900">
              <a:lnSpc>
                <a:spcPct val="150000"/>
              </a:lnSpc>
              <a:buAutoNum type="arabicPeriod"/>
            </a:pPr>
            <a:r>
              <a:rPr b="1">
                <a:solidFill>
                  <a:schemeClr val="tx1">
                    <a:lumMod val="50000"/>
                  </a:schemeClr>
                </a:solidFill>
                <a:latin typeface="Gisha"/>
                <a:ea typeface="Gisha"/>
                <a:cs typeface="Gisha"/>
              </a:rPr>
              <a:t>Why fragmented workflows lose time and traceability</a:t>
            </a:r>
          </a:p>
          <a:p xmlns:a="http://schemas.openxmlformats.org/drawingml/2006/main">
            <a:pPr marL="342900" indent="-342900">
              <a:lnSpc>
                <a:spcPct val="150000"/>
              </a:lnSpc>
              <a:buAutoNum type="arabicPeriod"/>
            </a:pPr>
            <a:r>
              <a:rPr b="1">
                <a:solidFill>
                  <a:schemeClr val="tx1">
                    <a:lumMod val="50000"/>
                  </a:schemeClr>
                </a:solidFill>
                <a:latin typeface="Gisha"/>
                <a:ea typeface="Gisha"/>
                <a:cs typeface="Gisha"/>
              </a:rPr>
              <a:t>How CSI Modelling Tools closes the workflow gap</a:t>
            </a:r>
          </a:p>
          <a:p xmlns:a="http://schemas.openxmlformats.org/drawingml/2006/main">
            <a:pPr marL="342900" indent="-342900">
              <a:lnSpc>
                <a:spcPct val="150000"/>
              </a:lnSpc>
              <a:buAutoNum type="arabicPeriod"/>
            </a:pPr>
            <a:r>
              <a:rPr b="1">
                <a:solidFill>
                  <a:schemeClr val="tx1">
                    <a:lumMod val="50000"/>
                  </a:schemeClr>
                </a:solidFill>
                <a:latin typeface="Gisha"/>
                <a:ea typeface="Gisha"/>
                <a:cs typeface="Gisha"/>
              </a:rPr>
              <a:t>What a focused pilot will deliver</a:t>
            </a:r>
          </a:p>
        </p:txBody>
      </p:sp>
    </p:spTree>
    <p:extLst>
      <p:ext uri="{BB962C8B-B14F-4D97-AF65-F5344CB8AC3E}">
        <p14:creationId xmlns:p14="http://schemas.microsoft.com/office/powerpoint/2010/main" val="195859518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Picture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179f52680540d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317795" y="-161866"/>
            <a:ext cx="1902403" cy="1358859"/>
          </a:xfrm>
          <a:prstGeom xmlns:a="http://schemas.openxmlformats.org/drawingml/2006/main" prst="rect">
            <a:avLst/>
          </a:prstGeom>
        </p:spPr>
      </p:pic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0A4A4B70-CC30-6272-C1D5-8808731D5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137" y="209786"/>
            <a:ext cx="10135354" cy="3077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400" b="1">
                <a:solidFill>
                  <a:schemeClr val="tx1">
                    <a:lumMod val="50000"/>
                  </a:schemeClr>
                </a:solidFill>
                <a:latin typeface="Gisha"/>
                <a:ea typeface="Gisha"/>
                <a:cs typeface="Gisha"/>
              </a:rPr>
              <a:t>Fragmented workflows create avoidable modelling and review effort</a:t>
            </a:r>
          </a:p>
        </p:txBody>
      </p:sp>
      <p:sp>
        <p:nvSpPr>
          <p:cNvPr id="6" name="Straight Connector 5">
            <a:extLst xmlns:a="http://schemas.openxmlformats.org/drawingml/2006/main">
              <a:ext uri="{FF2B5EF4-FFF2-40B4-BE49-F238E27FC236}">
                <a16:creationId xmlns:a16="http://schemas.microsoft.com/office/drawing/2014/main" id="{3FD9C361-3BEB-410D-ACA9-971BCDE16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400" y="517563"/>
            <a:ext cx="10060091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0489B50-B84C-6216-B4C8-8B98D9902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135" y="690028"/>
            <a:ext cx="11299389" cy="58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0000FF"/>
                </a:solidFill>
                <a:latin typeface="Arial"/>
                <a:ea typeface="Arial"/>
                <a:cs typeface="Arial"/>
              </a:rPr>
              <a:t>Each tool solves part of the job; the gap is a shared, reviewable workflow connected to CSI models.</a:t>
            </a:r>
          </a:p>
        </p:txBody>
      </p:sp>
      <p:graphicFrame>
        <p:nvGraphicFramePr>
          <p:cNvPr id="13" name="Table 4"/>
          <p:cNvGraphicFramePr/>
          <p:nvPr/>
        </p:nvGraphicFramePr>
        <p:xfrm>
          <a:off xmlns:a="http://schemas.openxmlformats.org/drawingml/2006/main" x="1305891" y="1299926"/>
          <a:ext xmlns:a="http://schemas.openxmlformats.org/drawingml/2006/main" cx="9349875" cy="4945059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1067"/>
                <a:gridCol w="3922183"/>
                <a:gridCol w="3116625"/>
              </a:tblGrid>
              <a:tr h="351022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4F"/>
                          </a:solidFill>
                        </a:rPr>
                        <a:t>Workflow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4F"/>
                          </a:solidFill>
                        </a:rPr>
                        <a:t>Strength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4F"/>
                          </a:solidFill>
                        </a:rPr>
                        <a:t>Gap</a:t>
                      </a:r>
                    </a:p>
                  </a:txBody>
                  <a:tcPr marL="91440" marR="91440" marT="45720" marB="45720"/>
                </a:tc>
              </a:tr>
              <a:tr h="508811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0000FF"/>
                          </a:solidFill>
                        </a:rPr>
                        <a:t>ETABS UI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Proven platform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Repetitive editing</a:t>
                      </a:r>
                    </a:p>
                  </a:txBody>
                  <a:tcPr marL="91440" marR="91440" marT="45720" marB="45720"/>
                </a:tc>
              </a:tr>
              <a:tr h="508811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0000FF"/>
                          </a:solidFill>
                        </a:rPr>
                        <a:t>Spreadsheets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Fast checks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Detached from model</a:t>
                      </a:r>
                    </a:p>
                  </a:txBody>
                  <a:tcPr marL="91440" marR="91440" marT="45720" marB="45720"/>
                </a:tc>
              </a:tr>
              <a:tr h="508811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0000FF"/>
                          </a:solidFill>
                        </a:rPr>
                        <a:t>Design apps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Deep task logic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Re-keyed inputs</a:t>
                      </a:r>
                    </a:p>
                  </a:txBody>
                  <a:tcPr marL="91440" marR="91440" marT="45720" marB="45720"/>
                </a:tc>
              </a:tr>
              <a:tr h="508811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0000FF"/>
                          </a:solidFill>
                        </a:rPr>
                        <a:t>Scripts / macros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Flexible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Hard to govern</a:t>
                      </a:r>
                    </a:p>
                  </a:txBody>
                  <a:tcPr marL="91440" marR="91440" marT="45720" marB="45720"/>
                </a:tc>
              </a:tr>
              <a:tr h="508811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0000FF"/>
                          </a:solidFill>
                        </a:rPr>
                        <a:t>IFC / BIM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Rich geometry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Needs analytical review</a:t>
                      </a:r>
                    </a:p>
                  </a:txBody>
                  <a:tcPr marL="91440" marR="91440" marT="45720" marB="45720"/>
                </a:tc>
              </a:tr>
              <a:tr h="508811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0000FF"/>
                          </a:solidFill>
                        </a:rPr>
                        <a:t>Manual review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Engineer judgement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Slow change detection</a:t>
                      </a:r>
                    </a:p>
                  </a:txBody>
                  <a:tcPr marL="91440" marR="91440" marT="45720" marB="45720"/>
                </a:tc>
              </a:tr>
              <a:tr h="508811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0000FF"/>
                          </a:solidFill>
                        </a:rPr>
                        <a:t>Templates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Familiar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Team inconsistency</a:t>
                      </a:r>
                    </a:p>
                  </a:txBody>
                  <a:tcPr marL="91440" marR="91440" marT="45720" marB="45720"/>
                </a:tc>
              </a:tr>
              <a:tr h="508811">
                <a:tc>
                  <a:txBody>
                    <a:bodyPr/>
                    <a:lstStyle/>
                    <a:p>
                      <a:r>
                        <a:t>Point tools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Quick wins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Fragmented interface</a:t>
                      </a:r>
                    </a:p>
                  </a:txBody>
                  <a:tcPr marL="91440" marR="91440" marT="45720" marB="45720"/>
                </a:tc>
              </a:tr>
              <a:tr h="508811">
                <a:tc>
                  <a:txBody>
                    <a:bodyPr/>
                    <a:lstStyle/>
                    <a:p>
                      <a:r>
                        <a:t>Unmet need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One reviewable workflow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795598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Picture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1fbeb2567043d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317795" y="-161866"/>
            <a:ext cx="1902403" cy="1358859"/>
          </a:xfrm>
          <a:prstGeom xmlns:a="http://schemas.openxmlformats.org/drawingml/2006/main" prst="rect">
            <a:avLst/>
          </a:prstGeom>
        </p:spPr>
      </p:pic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4C7E146-1035-9133-A8D8-B601445AC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137" y="209786"/>
            <a:ext cx="10135354" cy="3077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400" b="1">
                <a:solidFill>
                  <a:schemeClr val="tx1">
                    <a:lumMod val="50000"/>
                  </a:schemeClr>
                </a:solidFill>
                <a:latin typeface="Gisha"/>
                <a:ea typeface="Gisha"/>
                <a:cs typeface="Gisha"/>
              </a:rPr>
              <a:t>One engineer-led toolkit connects modelling, checking and delivery</a:t>
            </a:r>
          </a:p>
        </p:txBody>
      </p:sp>
      <p:sp>
        <p:nvSpPr>
          <p:cNvPr id="6" name="Straight Connector 5">
            <a:extLst xmlns:a="http://schemas.openxmlformats.org/drawingml/2006/main">
              <a:ext uri="{FF2B5EF4-FFF2-40B4-BE49-F238E27FC236}">
                <a16:creationId xmlns:a16="http://schemas.microsoft.com/office/drawing/2014/main" id="{BC7C1970-6433-4AC6-A67F-326474915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400" y="517563"/>
            <a:ext cx="10060091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C037F2C-4E9A-0274-C962-35E280D7A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089" y="876300"/>
            <a:ext cx="11299412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0000FF"/>
                </a:solidFill>
                <a:latin typeface="Arial"/>
                <a:ea typeface="Arial"/>
                <a:cs typeface="Arial"/>
              </a:rPr>
              <a:t>PARAMETRIC MODELLING  —  Trusses, domes, plate girders, walls, drains and railings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0000FF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0000FF"/>
                </a:solidFill>
                <a:latin typeface="Arial"/>
                <a:ea typeface="Arial"/>
                <a:cs typeface="Arial"/>
              </a:rPr>
              <a:t>MODEL SETUP  —  Stories, sections, materials, loads and combinations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0000FF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0000FF"/>
                </a:solidFill>
                <a:latin typeface="Arial"/>
                <a:ea typeface="Arial"/>
                <a:cs typeface="Arial"/>
              </a:rPr>
              <a:t>SAFE CSI UPDATES  —  Preview, validate, write, redraw and bulk-assign through the API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0000FF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0000FF"/>
                </a:solidFill>
                <a:latin typeface="Arial"/>
                <a:ea typeface="Arial"/>
                <a:cs typeface="Arial"/>
              </a:rPr>
              <a:t>MODEL COMPARE  —  Snapshot-based change detection with tolerances and review status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0000FF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0000FF"/>
                </a:solidFill>
                <a:latin typeface="Arial"/>
                <a:ea typeface="Arial"/>
                <a:cs typeface="Arial"/>
              </a:rPr>
              <a:t>IFC STRUCTURAL IMPORT  —  Conservative recognition, confidence warnings and review reports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0000FF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0000FF"/>
                </a:solidFill>
                <a:latin typeface="Arial"/>
                <a:ea typeface="Arial"/>
                <a:cs typeface="Arial"/>
              </a:rPr>
              <a:t>CROSS-PLATFORM GENERATION  —  Shared parametric definitions for ETABS and SAP2000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0000FF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0000FF"/>
                </a:solidFill>
                <a:latin typeface="Arial"/>
                <a:ea typeface="Arial"/>
                <a:cs typeface="Arial"/>
              </a:rPr>
              <a:t>ENGINEERING CONTROLS  —  Validation messages, 2D / 3D previews and regression checks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C520AF63-F5FC-CE3A-6826-A1BC50783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400" y="4874123"/>
            <a:ext cx="11299389" cy="3385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0000FF"/>
                </a:solidFill>
                <a:latin typeface="Arial"/>
                <a:ea typeface="Arial"/>
                <a:cs typeface="Arial"/>
              </a:rPr>
              <a:t>Target users: C&amp;S engineers, BIM coordinators and engineering digital-delivery teams</a:t>
            </a:r>
          </a:p>
        </p:txBody>
      </p:sp>
    </p:spTree>
    <p:extLst>
      <p:ext uri="{BB962C8B-B14F-4D97-AF65-F5344CB8AC3E}">
        <p14:creationId xmlns:p14="http://schemas.microsoft.com/office/powerpoint/2010/main" val="232586523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Picture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17e76815f64e8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317795" y="-161866"/>
            <a:ext cx="1902403" cy="1358859"/>
          </a:xfrm>
          <a:prstGeom xmlns:a="http://schemas.openxmlformats.org/drawingml/2006/main" prst="rect">
            <a:avLst/>
          </a:prstGeom>
        </p:spPr>
      </p:pic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647C6C9-22F1-C072-2C6A-69F258283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137" y="209786"/>
            <a:ext cx="10135354" cy="3077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400" b="1">
                <a:solidFill>
                  <a:schemeClr val="tx1">
                    <a:lumMod val="50000"/>
                  </a:schemeClr>
                </a:solidFill>
                <a:latin typeface="Gisha"/>
                <a:ea typeface="Gisha"/>
                <a:cs typeface="Gisha"/>
              </a:rPr>
              <a:t>Approve a focused pilot to harden and scale the toolkit</a:t>
            </a:r>
          </a:p>
        </p:txBody>
      </p:sp>
      <p:sp>
        <p:nvSpPr>
          <p:cNvPr id="6" name="Straight Connector 5">
            <a:extLst xmlns:a="http://schemas.openxmlformats.org/drawingml/2006/main">
              <a:ext uri="{FF2B5EF4-FFF2-40B4-BE49-F238E27FC236}">
                <a16:creationId xmlns:a16="http://schemas.microsoft.com/office/drawing/2014/main" id="{9F9EF79C-C514-4BF9-AC8A-0DD788683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400" y="517563"/>
            <a:ext cx="10060091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graphicFrame>
        <p:nvGraphicFramePr>
          <p:cNvPr id="12" name="Table 4"/>
          <p:cNvGraphicFramePr/>
          <p:nvPr/>
        </p:nvGraphicFramePr>
        <p:xfrm>
          <a:off xmlns:a="http://schemas.openxmlformats.org/drawingml/2006/main" x="1305891" y="1144306"/>
          <a:ext xmlns:a="http://schemas.openxmlformats.org/drawingml/2006/main" cx="9349875" cy="3927437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1067"/>
                <a:gridCol w="3922183"/>
                <a:gridCol w="3116625"/>
              </a:tblGrid>
              <a:tr h="351022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4F"/>
                          </a:solidFill>
                        </a:rPr>
                        <a:t>Stream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4F"/>
                          </a:solidFill>
                        </a:rPr>
                        <a:t>Pilot scope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4F"/>
                          </a:solidFill>
                        </a:rPr>
                        <a:t>Value</a:t>
                      </a:r>
                    </a:p>
                  </a:txBody>
                  <a:tcPr marL="91440" marR="91440" marT="45720" marB="45720"/>
                </a:tc>
              </a:tr>
              <a:tr h="508811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0000FF"/>
                          </a:solidFill>
                        </a:rPr>
                        <a:t>Modelling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Parametric generators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Faster geometry</a:t>
                      </a:r>
                    </a:p>
                  </a:txBody>
                  <a:tcPr marL="91440" marR="91440" marT="45720" marB="45720"/>
                </a:tc>
              </a:tr>
              <a:tr h="508811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0000FF"/>
                          </a:solidFill>
                        </a:rPr>
                        <a:t>Configuration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Stories, sections and loads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Consistent setup</a:t>
                      </a:r>
                    </a:p>
                  </a:txBody>
                  <a:tcPr marL="91440" marR="91440" marT="45720" marB="45720"/>
                </a:tc>
              </a:tr>
              <a:tr h="508811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0000FF"/>
                          </a:solidFill>
                        </a:rPr>
                        <a:t>CSI updates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Preview, validate and write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Controlled changes</a:t>
                      </a:r>
                    </a:p>
                  </a:txBody>
                  <a:tcPr marL="91440" marR="91440" marT="45720" marB="45720"/>
                </a:tc>
              </a:tr>
              <a:tr h="508811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0000FF"/>
                          </a:solidFill>
                        </a:rPr>
                        <a:t>Model Compare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Snapshot revision review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Faster QA</a:t>
                      </a:r>
                    </a:p>
                  </a:txBody>
                  <a:tcPr marL="91440" marR="91440" marT="45720" marB="45720"/>
                </a:tc>
              </a:tr>
              <a:tr h="508811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0000FF"/>
                          </a:solidFill>
                        </a:rPr>
                        <a:t>IFC handoff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Conservative import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Reviewable transfer</a:t>
                      </a:r>
                    </a:p>
                  </a:txBody>
                  <a:tcPr marL="91440" marR="91440" marT="45720" marB="45720"/>
                </a:tc>
              </a:tr>
              <a:tr h="508811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0000FF"/>
                          </a:solidFill>
                        </a:rPr>
                        <a:t>Cross-platform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ETABS + SAP2000 generation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Reusable definitions</a:t>
                      </a:r>
                    </a:p>
                  </a:txBody>
                  <a:tcPr marL="91440" marR="91440" marT="45720" marB="45720"/>
                </a:tc>
              </a:tr>
              <a:tr h="508811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0000FF"/>
                          </a:solidFill>
                        </a:rPr>
                        <a:t>Adoption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Guide, tests and owner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Controlled rollout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4842726"/>
      </p:ext>
    </p:extLst>
  </p:cSld>
</p:sld>
</file>

<file path=ppt/theme/theme1.xml><?xml version="1.0" encoding="utf-8"?>
<a:theme xmlns:a="http://schemas.openxmlformats.org/drawingml/2006/main" name="1_Office Theme">
  <a:themeElements>
    <a:clrScheme name="Meinhardt">
      <a:dk1>
        <a:srgbClr val="FFFFFF"/>
      </a:dk1>
      <a:lt1>
        <a:srgbClr val="5F5F5F"/>
      </a:lt1>
      <a:dk2>
        <a:srgbClr val="FFFFFF"/>
      </a:dk2>
      <a:lt2>
        <a:srgbClr val="FFFFFF"/>
      </a:lt2>
      <a:accent1>
        <a:srgbClr val="034A90"/>
      </a:accent1>
      <a:accent2>
        <a:srgbClr val="2F5496"/>
      </a:accent2>
      <a:accent3>
        <a:srgbClr val="44546A"/>
      </a:accent3>
      <a:accent4>
        <a:srgbClr val="FF0000"/>
      </a:accent4>
      <a:accent5>
        <a:srgbClr val="FFC000"/>
      </a:accent5>
      <a:accent6>
        <a:srgbClr val="92D050"/>
      </a:accent6>
      <a:hlink>
        <a:srgbClr val="0563C1"/>
      </a:hlink>
      <a:folHlink>
        <a:srgbClr val="7F7F7F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Meinhard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2026-07-08T06:39:05.7510000Z</dcterms:created>
  <dcterms:modified xsi:type="dcterms:W3CDTF">2026-07-08T06:39:05.7510000Z</dcterms:modified>
</coreProperties>
</file>