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7" r:id="rId4"/>
    <p:sldMasterId id="2147483813" r:id="rId5"/>
  </p:sldMasterIdLst>
  <p:notesMasterIdLst>
    <p:notesMasterId r:id="rId11"/>
  </p:notesMasterIdLst>
  <p:handoutMasterIdLst>
    <p:handoutMasterId r:id="rId12"/>
  </p:handoutMasterIdLst>
  <p:sldIdLst>
    <p:sldId id="1494" r:id="rId6"/>
    <p:sldId id="1370" r:id="rId7"/>
    <p:sldId id="1557" r:id="rId8"/>
    <p:sldId id="1559" r:id="rId9"/>
    <p:sldId id="1560" r:id="rId10"/>
  </p:sldIdLst>
  <p:sldSz cx="12192000" cy="6858000"/>
  <p:notesSz cx="10234613" cy="7099300"/>
  <p:custShowLst>
    <p:custShow name="Singapore" id="0">
      <p:sldLst/>
    </p:custShow>
    <p:custShow name="Aviation" id="1">
      <p:sldLst/>
    </p:custShow>
    <p:custShow name="Middle East &amp; Africa" id="2">
      <p:sldLst/>
    </p:custShow>
    <p:custShow name="Corporate" id="3">
      <p:sldLst/>
    </p:custShow>
    <p:custShow name="Malaysia" id="4">
      <p:sldLst/>
    </p:custShow>
    <p:custShow name="Thailand" id="5">
      <p:sldLst/>
    </p:custShow>
    <p:custShow name="Indonesia" id="6">
      <p:sldLst/>
    </p:custShow>
    <p:custShow name="Vietnam" id="7">
      <p:sldLst/>
    </p:custShow>
    <p:custShow name="Philippines" id="8">
      <p:sldLst/>
    </p:custShow>
    <p:custShow name="Myanmar" id="9">
      <p:sldLst/>
    </p:custShow>
    <p:custShow name="Cambodia" id="10">
      <p:sldLst/>
    </p:custShow>
    <p:custShow name="Australia" id="11">
      <p:sldLst/>
    </p:custShow>
    <p:custShow name="China &amp; HK" id="12">
      <p:sldLst/>
    </p:custShow>
    <p:custShow name="India" id="13">
      <p:sldLst/>
    </p:custShow>
    <p:custShow name="Pakistan" id="14">
      <p:sldLst/>
    </p:custShow>
    <p:custShow name="Africa" id="15">
      <p:sldLst/>
    </p:custShow>
    <p:custShow name="UK" id="16">
      <p:sldLst/>
    </p:custShow>
    <p:custShow name="Turkey" id="17">
      <p:sldLst/>
    </p:custShow>
  </p:custShow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FF4F"/>
    <a:srgbClr val="C6E2FE"/>
    <a:srgbClr val="FFFF71"/>
    <a:srgbClr val="F2B800"/>
    <a:srgbClr val="E0F2CE"/>
    <a:srgbClr val="E6E6E6"/>
    <a:srgbClr val="0088EE"/>
    <a:srgbClr val="DA1015"/>
    <a:srgbClr val="CC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BEA3084-F28C-42F6-9BBF-1F0EF985D9C1}" v="20" dt="2026-06-26T03:59:28.61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6247" autoAdjust="0"/>
  </p:normalViewPr>
  <p:slideViewPr>
    <p:cSldViewPr snapToGrid="0">
      <p:cViewPr>
        <p:scale>
          <a:sx n="75" d="100"/>
          <a:sy n="75" d="100"/>
        </p:scale>
        <p:origin x="946" y="5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handoutMaster" Target="handoutMasters/handoutMaster1.xml"/><Relationship Id="rId17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notesMaster" Target="notesMasters/notesMaster1.xml"/><Relationship Id="rId5" Type="http://schemas.openxmlformats.org/officeDocument/2006/relationships/slideMaster" Target="slideMasters/slideMaster2.xml"/><Relationship Id="rId15" Type="http://schemas.openxmlformats.org/officeDocument/2006/relationships/theme" Target="theme/theme1.xml"/><Relationship Id="rId10" Type="http://schemas.openxmlformats.org/officeDocument/2006/relationships/slide" Target="slides/slide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rew Ying Cheng Chew" userId="557222b0-685e-422a-be6c-6e12fb38b192" providerId="ADAL" clId="{B3A703D8-3571-409A-AC83-F30635C0B261}"/>
    <pc:docChg chg="undo redo custSel addSld delSld modSld sldOrd">
      <pc:chgData name="Andrew Ying Cheng Chew" userId="557222b0-685e-422a-be6c-6e12fb38b192" providerId="ADAL" clId="{B3A703D8-3571-409A-AC83-F30635C0B261}" dt="2026-06-03T09:28:24.999" v="6306" actId="1076"/>
      <pc:docMkLst>
        <pc:docMk/>
      </pc:docMkLst>
      <pc:sldChg chg="addSp delSp modSp mod">
        <pc:chgData name="Andrew Ying Cheng Chew" userId="557222b0-685e-422a-be6c-6e12fb38b192" providerId="ADAL" clId="{B3A703D8-3571-409A-AC83-F30635C0B261}" dt="2026-06-02T08:36:01.346" v="4336" actId="20577"/>
        <pc:sldMkLst>
          <pc:docMk/>
          <pc:sldMk cId="657955980" sldId="1557"/>
        </pc:sldMkLst>
        <pc:spChg chg="mod">
          <ac:chgData name="Andrew Ying Cheng Chew" userId="557222b0-685e-422a-be6c-6e12fb38b192" providerId="ADAL" clId="{B3A703D8-3571-409A-AC83-F30635C0B261}" dt="2026-06-02T08:35:46.347" v="4324" actId="20577"/>
          <ac:spMkLst>
            <pc:docMk/>
            <pc:sldMk cId="657955980" sldId="1557"/>
            <ac:spMk id="2" creationId="{E0489B50-B84C-6216-B4C8-8B98D99027F1}"/>
          </ac:spMkLst>
        </pc:spChg>
      </pc:sldChg>
    </pc:docChg>
  </pc:docChgLst>
  <pc:docChgLst>
    <pc:chgData name="Philip Pham" userId="43da9bb4-070d-4ed6-8fce-34a277b594b1" providerId="ADAL" clId="{C978F5D8-A556-49E5-9262-8B61DEAA9F7B}"/>
    <pc:docChg chg="undo custSel addSld delSld modSld">
      <pc:chgData name="Philip Pham" userId="43da9bb4-070d-4ed6-8fce-34a277b594b1" providerId="ADAL" clId="{C978F5D8-A556-49E5-9262-8B61DEAA9F7B}" dt="2026-06-26T03:59:45.508" v="1385" actId="20577"/>
      <pc:docMkLst>
        <pc:docMk/>
      </pc:docMkLst>
      <pc:sldChg chg="modSp mod">
        <pc:chgData name="Philip Pham" userId="43da9bb4-070d-4ed6-8fce-34a277b594b1" providerId="ADAL" clId="{C978F5D8-A556-49E5-9262-8B61DEAA9F7B}" dt="2026-06-26T03:58:41.713" v="1318" actId="20577"/>
        <pc:sldMkLst>
          <pc:docMk/>
          <pc:sldMk cId="1958595189" sldId="1370"/>
        </pc:sldMkLst>
        <pc:spChg chg="mod">
          <ac:chgData name="Philip Pham" userId="43da9bb4-070d-4ed6-8fce-34a277b594b1" providerId="ADAL" clId="{C978F5D8-A556-49E5-9262-8B61DEAA9F7B}" dt="2026-06-26T03:58:41.713" v="1318" actId="20577"/>
          <ac:spMkLst>
            <pc:docMk/>
            <pc:sldMk cId="1958595189" sldId="1370"/>
            <ac:spMk id="2" creationId="{FDA246E4-F430-4B65-81CC-D417D7068974}"/>
          </ac:spMkLst>
        </pc:spChg>
      </pc:sldChg>
      <pc:sldChg chg="addSp modSp mod">
        <pc:chgData name="Philip Pham" userId="43da9bb4-070d-4ed6-8fce-34a277b594b1" providerId="ADAL" clId="{C978F5D8-A556-49E5-9262-8B61DEAA9F7B}" dt="2026-06-26T03:51:22.368" v="1246" actId="20577"/>
        <pc:sldMkLst>
          <pc:docMk/>
          <pc:sldMk cId="361651139" sldId="1494"/>
        </pc:sldMkLst>
        <pc:spChg chg="add mod">
          <ac:chgData name="Philip Pham" userId="43da9bb4-070d-4ed6-8fce-34a277b594b1" providerId="ADAL" clId="{C978F5D8-A556-49E5-9262-8B61DEAA9F7B}" dt="2026-06-26T03:33:57.010" v="734" actId="1076"/>
          <ac:spMkLst>
            <pc:docMk/>
            <pc:sldMk cId="361651139" sldId="1494"/>
            <ac:spMk id="2" creationId="{86E0D79A-672C-FB3A-378C-07AAF937D5DE}"/>
          </ac:spMkLst>
        </pc:spChg>
        <pc:spChg chg="mod">
          <ac:chgData name="Philip Pham" userId="43da9bb4-070d-4ed6-8fce-34a277b594b1" providerId="ADAL" clId="{C978F5D8-A556-49E5-9262-8B61DEAA9F7B}" dt="2026-06-26T03:51:22.368" v="1246" actId="20577"/>
          <ac:spMkLst>
            <pc:docMk/>
            <pc:sldMk cId="361651139" sldId="1494"/>
            <ac:spMk id="13" creationId="{00000000-0000-0000-0000-000000000000}"/>
          </ac:spMkLst>
        </pc:spChg>
        <pc:picChg chg="mod">
          <ac:chgData name="Philip Pham" userId="43da9bb4-070d-4ed6-8fce-34a277b594b1" providerId="ADAL" clId="{C978F5D8-A556-49E5-9262-8B61DEAA9F7B}" dt="2026-06-26T03:33:54.036" v="733" actId="1076"/>
          <ac:picMkLst>
            <pc:docMk/>
            <pc:sldMk cId="361651139" sldId="1494"/>
            <ac:picMk id="16" creationId="{00000000-0000-0000-0000-000000000000}"/>
          </ac:picMkLst>
        </pc:picChg>
      </pc:sldChg>
      <pc:sldChg chg="del">
        <pc:chgData name="Philip Pham" userId="43da9bb4-070d-4ed6-8fce-34a277b594b1" providerId="ADAL" clId="{C978F5D8-A556-49E5-9262-8B61DEAA9F7B}" dt="2026-06-26T03:29:14.436" v="508" actId="47"/>
        <pc:sldMkLst>
          <pc:docMk/>
          <pc:sldMk cId="2734185991" sldId="1546"/>
        </pc:sldMkLst>
      </pc:sldChg>
      <pc:sldChg chg="del">
        <pc:chgData name="Philip Pham" userId="43da9bb4-070d-4ed6-8fce-34a277b594b1" providerId="ADAL" clId="{C978F5D8-A556-49E5-9262-8B61DEAA9F7B}" dt="2026-06-26T03:29:14.436" v="508" actId="47"/>
        <pc:sldMkLst>
          <pc:docMk/>
          <pc:sldMk cId="2967865018" sldId="1547"/>
        </pc:sldMkLst>
      </pc:sldChg>
      <pc:sldChg chg="del">
        <pc:chgData name="Philip Pham" userId="43da9bb4-070d-4ed6-8fce-34a277b594b1" providerId="ADAL" clId="{C978F5D8-A556-49E5-9262-8B61DEAA9F7B}" dt="2026-06-26T03:29:14.436" v="508" actId="47"/>
        <pc:sldMkLst>
          <pc:docMk/>
          <pc:sldMk cId="3247503799" sldId="1548"/>
        </pc:sldMkLst>
      </pc:sldChg>
      <pc:sldChg chg="del">
        <pc:chgData name="Philip Pham" userId="43da9bb4-070d-4ed6-8fce-34a277b594b1" providerId="ADAL" clId="{C978F5D8-A556-49E5-9262-8B61DEAA9F7B}" dt="2026-06-26T03:29:14.436" v="508" actId="47"/>
        <pc:sldMkLst>
          <pc:docMk/>
          <pc:sldMk cId="995867413" sldId="1549"/>
        </pc:sldMkLst>
      </pc:sldChg>
      <pc:sldChg chg="del">
        <pc:chgData name="Philip Pham" userId="43da9bb4-070d-4ed6-8fce-34a277b594b1" providerId="ADAL" clId="{C978F5D8-A556-49E5-9262-8B61DEAA9F7B}" dt="2026-06-26T03:29:14.436" v="508" actId="47"/>
        <pc:sldMkLst>
          <pc:docMk/>
          <pc:sldMk cId="3635542555" sldId="1550"/>
        </pc:sldMkLst>
      </pc:sldChg>
      <pc:sldChg chg="del">
        <pc:chgData name="Philip Pham" userId="43da9bb4-070d-4ed6-8fce-34a277b594b1" providerId="ADAL" clId="{C978F5D8-A556-49E5-9262-8B61DEAA9F7B}" dt="2026-06-26T03:29:14.436" v="508" actId="47"/>
        <pc:sldMkLst>
          <pc:docMk/>
          <pc:sldMk cId="945889139" sldId="1551"/>
        </pc:sldMkLst>
      </pc:sldChg>
      <pc:sldChg chg="del">
        <pc:chgData name="Philip Pham" userId="43da9bb4-070d-4ed6-8fce-34a277b594b1" providerId="ADAL" clId="{C978F5D8-A556-49E5-9262-8B61DEAA9F7B}" dt="2026-06-26T03:29:14.436" v="508" actId="47"/>
        <pc:sldMkLst>
          <pc:docMk/>
          <pc:sldMk cId="46084716" sldId="1552"/>
        </pc:sldMkLst>
      </pc:sldChg>
      <pc:sldChg chg="del">
        <pc:chgData name="Philip Pham" userId="43da9bb4-070d-4ed6-8fce-34a277b594b1" providerId="ADAL" clId="{C978F5D8-A556-49E5-9262-8B61DEAA9F7B}" dt="2026-06-26T03:29:14.436" v="508" actId="47"/>
        <pc:sldMkLst>
          <pc:docMk/>
          <pc:sldMk cId="249696963" sldId="1553"/>
        </pc:sldMkLst>
      </pc:sldChg>
      <pc:sldChg chg="del">
        <pc:chgData name="Philip Pham" userId="43da9bb4-070d-4ed6-8fce-34a277b594b1" providerId="ADAL" clId="{C978F5D8-A556-49E5-9262-8B61DEAA9F7B}" dt="2026-06-26T03:29:14.436" v="508" actId="47"/>
        <pc:sldMkLst>
          <pc:docMk/>
          <pc:sldMk cId="2035587007" sldId="1555"/>
        </pc:sldMkLst>
      </pc:sldChg>
      <pc:sldChg chg="addSp delSp modSp add mod">
        <pc:chgData name="Philip Pham" userId="43da9bb4-070d-4ed6-8fce-34a277b594b1" providerId="ADAL" clId="{C978F5D8-A556-49E5-9262-8B61DEAA9F7B}" dt="2026-06-26T03:55:46.232" v="1303" actId="20577"/>
        <pc:sldMkLst>
          <pc:docMk/>
          <pc:sldMk cId="657955980" sldId="1557"/>
        </pc:sldMkLst>
        <pc:spChg chg="add mod">
          <ac:chgData name="Philip Pham" userId="43da9bb4-070d-4ed6-8fce-34a277b594b1" providerId="ADAL" clId="{C978F5D8-A556-49E5-9262-8B61DEAA9F7B}" dt="2026-06-26T03:55:46.232" v="1303" actId="20577"/>
          <ac:spMkLst>
            <pc:docMk/>
            <pc:sldMk cId="657955980" sldId="1557"/>
            <ac:spMk id="2" creationId="{E0489B50-B84C-6216-B4C8-8B98D99027F1}"/>
          </ac:spMkLst>
        </pc:spChg>
        <pc:spChg chg="mod">
          <ac:chgData name="Philip Pham" userId="43da9bb4-070d-4ed6-8fce-34a277b594b1" providerId="ADAL" clId="{C978F5D8-A556-49E5-9262-8B61DEAA9F7B}" dt="2026-06-26T03:45:09.821" v="983" actId="20577"/>
          <ac:spMkLst>
            <pc:docMk/>
            <pc:sldMk cId="657955980" sldId="1557"/>
            <ac:spMk id="3" creationId="{0A4A4B70-CC30-6272-C1D5-8808731D5397}"/>
          </ac:spMkLst>
        </pc:spChg>
        <pc:spChg chg="del">
          <ac:chgData name="Philip Pham" userId="43da9bb4-070d-4ed6-8fce-34a277b594b1" providerId="ADAL" clId="{C978F5D8-A556-49E5-9262-8B61DEAA9F7B}" dt="2026-06-26T03:29:00.715" v="505" actId="478"/>
          <ac:spMkLst>
            <pc:docMk/>
            <pc:sldMk cId="657955980" sldId="1557"/>
            <ac:spMk id="7" creationId="{615EE059-D6F8-51EC-925E-09429B99AA31}"/>
          </ac:spMkLst>
        </pc:spChg>
        <pc:graphicFrameChg chg="del">
          <ac:chgData name="Philip Pham" userId="43da9bb4-070d-4ed6-8fce-34a277b594b1" providerId="ADAL" clId="{C978F5D8-A556-49E5-9262-8B61DEAA9F7B}" dt="2026-06-26T03:29:00.715" v="505" actId="478"/>
          <ac:graphicFrameMkLst>
            <pc:docMk/>
            <pc:sldMk cId="657955980" sldId="1557"/>
            <ac:graphicFrameMk id="4" creationId="{3A1E489F-86DC-302E-559A-E6196D23EA4B}"/>
          </ac:graphicFrameMkLst>
        </pc:graphicFrameChg>
        <pc:graphicFrameChg chg="add mod modGraphic">
          <ac:chgData name="Philip Pham" userId="43da9bb4-070d-4ed6-8fce-34a277b594b1" providerId="ADAL" clId="{C978F5D8-A556-49E5-9262-8B61DEAA9F7B}" dt="2026-06-26T03:48:02.511" v="1098" actId="1076"/>
          <ac:graphicFrameMkLst>
            <pc:docMk/>
            <pc:sldMk cId="657955980" sldId="1557"/>
            <ac:graphicFrameMk id="5" creationId="{F8CFE210-93BE-5483-72D9-9E9BCAAA2F27}"/>
          </ac:graphicFrameMkLst>
        </pc:graphicFrameChg>
        <pc:graphicFrameChg chg="del">
          <ac:chgData name="Philip Pham" userId="43da9bb4-070d-4ed6-8fce-34a277b594b1" providerId="ADAL" clId="{C978F5D8-A556-49E5-9262-8B61DEAA9F7B}" dt="2026-06-26T03:29:00.715" v="505" actId="478"/>
          <ac:graphicFrameMkLst>
            <pc:docMk/>
            <pc:sldMk cId="657955980" sldId="1557"/>
            <ac:graphicFrameMk id="11" creationId="{5961CD73-9207-0763-F2DC-A5FB019C5FEF}"/>
          </ac:graphicFrameMkLst>
        </pc:graphicFrameChg>
        <pc:picChg chg="del">
          <ac:chgData name="Philip Pham" userId="43da9bb4-070d-4ed6-8fce-34a277b594b1" providerId="ADAL" clId="{C978F5D8-A556-49E5-9262-8B61DEAA9F7B}" dt="2026-06-26T03:29:01.987" v="506" actId="478"/>
          <ac:picMkLst>
            <pc:docMk/>
            <pc:sldMk cId="657955980" sldId="1557"/>
            <ac:picMk id="8" creationId="{FCA8EED6-E52C-DF73-E9BB-3885C455D621}"/>
          </ac:picMkLst>
        </pc:picChg>
        <pc:picChg chg="del">
          <ac:chgData name="Philip Pham" userId="43da9bb4-070d-4ed6-8fce-34a277b594b1" providerId="ADAL" clId="{C978F5D8-A556-49E5-9262-8B61DEAA9F7B}" dt="2026-06-26T03:29:00.715" v="505" actId="478"/>
          <ac:picMkLst>
            <pc:docMk/>
            <pc:sldMk cId="657955980" sldId="1557"/>
            <ac:picMk id="10" creationId="{BCABC806-B4F0-2431-C958-01C51824B25B}"/>
          </ac:picMkLst>
        </pc:picChg>
      </pc:sldChg>
      <pc:sldChg chg="modSp add del mod">
        <pc:chgData name="Philip Pham" userId="43da9bb4-070d-4ed6-8fce-34a277b594b1" providerId="ADAL" clId="{C978F5D8-A556-49E5-9262-8B61DEAA9F7B}" dt="2026-06-26T03:46:04.756" v="1035" actId="47"/>
        <pc:sldMkLst>
          <pc:docMk/>
          <pc:sldMk cId="3836130443" sldId="1558"/>
        </pc:sldMkLst>
        <pc:spChg chg="mod">
          <ac:chgData name="Philip Pham" userId="43da9bb4-070d-4ed6-8fce-34a277b594b1" providerId="ADAL" clId="{C978F5D8-A556-49E5-9262-8B61DEAA9F7B}" dt="2026-06-26T03:35:22.708" v="762" actId="20577"/>
          <ac:spMkLst>
            <pc:docMk/>
            <pc:sldMk cId="3836130443" sldId="1558"/>
            <ac:spMk id="3" creationId="{9D22A352-1462-0374-934A-A46A3475C12C}"/>
          </ac:spMkLst>
        </pc:spChg>
      </pc:sldChg>
      <pc:sldChg chg="addSp delSp modSp add mod">
        <pc:chgData name="Philip Pham" userId="43da9bb4-070d-4ed6-8fce-34a277b594b1" providerId="ADAL" clId="{C978F5D8-A556-49E5-9262-8B61DEAA9F7B}" dt="2026-06-26T03:59:28.616" v="1373" actId="1076"/>
        <pc:sldMkLst>
          <pc:docMk/>
          <pc:sldMk cId="2325865230" sldId="1559"/>
        </pc:sldMkLst>
        <pc:spChg chg="del">
          <ac:chgData name="Philip Pham" userId="43da9bb4-070d-4ed6-8fce-34a277b594b1" providerId="ADAL" clId="{C978F5D8-A556-49E5-9262-8B61DEAA9F7B}" dt="2026-06-26T03:45:57.797" v="1033" actId="478"/>
          <ac:spMkLst>
            <pc:docMk/>
            <pc:sldMk cId="2325865230" sldId="1559"/>
            <ac:spMk id="2" creationId="{6F9090A1-D1F2-91AB-0A21-6B2431B88231}"/>
          </ac:spMkLst>
        </pc:spChg>
        <pc:spChg chg="mod">
          <ac:chgData name="Philip Pham" userId="43da9bb4-070d-4ed6-8fce-34a277b594b1" providerId="ADAL" clId="{C978F5D8-A556-49E5-9262-8B61DEAA9F7B}" dt="2026-06-26T03:58:55.292" v="1333" actId="20577"/>
          <ac:spMkLst>
            <pc:docMk/>
            <pc:sldMk cId="2325865230" sldId="1559"/>
            <ac:spMk id="3" creationId="{54C7E146-1035-9133-A8D8-B601445AC44D}"/>
          </ac:spMkLst>
        </pc:spChg>
        <pc:spChg chg="add mod">
          <ac:chgData name="Philip Pham" userId="43da9bb4-070d-4ed6-8fce-34a277b594b1" providerId="ADAL" clId="{C978F5D8-A556-49E5-9262-8B61DEAA9F7B}" dt="2026-06-26T03:53:59.478" v="1294" actId="20577"/>
          <ac:spMkLst>
            <pc:docMk/>
            <pc:sldMk cId="2325865230" sldId="1559"/>
            <ac:spMk id="4" creationId="{3C037F2C-4E9A-0274-C962-35E280D7ADF3}"/>
          </ac:spMkLst>
        </pc:spChg>
        <pc:spChg chg="add mod">
          <ac:chgData name="Philip Pham" userId="43da9bb4-070d-4ed6-8fce-34a277b594b1" providerId="ADAL" clId="{C978F5D8-A556-49E5-9262-8B61DEAA9F7B}" dt="2026-06-26T03:59:28.616" v="1373" actId="1076"/>
          <ac:spMkLst>
            <pc:docMk/>
            <pc:sldMk cId="2325865230" sldId="1559"/>
            <ac:spMk id="7" creationId="{C520AF63-F5FC-CE3A-6826-A1BC507835F3}"/>
          </ac:spMkLst>
        </pc:spChg>
        <pc:graphicFrameChg chg="del modGraphic">
          <ac:chgData name="Philip Pham" userId="43da9bb4-070d-4ed6-8fce-34a277b594b1" providerId="ADAL" clId="{C978F5D8-A556-49E5-9262-8B61DEAA9F7B}" dt="2026-06-26T03:46:00.096" v="1034" actId="478"/>
          <ac:graphicFrameMkLst>
            <pc:docMk/>
            <pc:sldMk cId="2325865230" sldId="1559"/>
            <ac:graphicFrameMk id="5" creationId="{3EB9A605-7C3E-1D7B-159B-6281E40AD4E4}"/>
          </ac:graphicFrameMkLst>
        </pc:graphicFrameChg>
      </pc:sldChg>
      <pc:sldChg chg="delSp modSp add mod">
        <pc:chgData name="Philip Pham" userId="43da9bb4-070d-4ed6-8fce-34a277b594b1" providerId="ADAL" clId="{C978F5D8-A556-49E5-9262-8B61DEAA9F7B}" dt="2026-06-26T03:59:45.508" v="1385" actId="20577"/>
        <pc:sldMkLst>
          <pc:docMk/>
          <pc:sldMk cId="1684842726" sldId="1560"/>
        </pc:sldMkLst>
        <pc:spChg chg="del">
          <ac:chgData name="Philip Pham" userId="43da9bb4-070d-4ed6-8fce-34a277b594b1" providerId="ADAL" clId="{C978F5D8-A556-49E5-9262-8B61DEAA9F7B}" dt="2026-06-26T03:46:22.734" v="1057" actId="478"/>
          <ac:spMkLst>
            <pc:docMk/>
            <pc:sldMk cId="1684842726" sldId="1560"/>
            <ac:spMk id="2" creationId="{0B97952E-CE17-223B-D082-49277B53737F}"/>
          </ac:spMkLst>
        </pc:spChg>
        <pc:spChg chg="mod">
          <ac:chgData name="Philip Pham" userId="43da9bb4-070d-4ed6-8fce-34a277b594b1" providerId="ADAL" clId="{C978F5D8-A556-49E5-9262-8B61DEAA9F7B}" dt="2026-06-26T03:47:48.458" v="1097" actId="20577"/>
          <ac:spMkLst>
            <pc:docMk/>
            <pc:sldMk cId="1684842726" sldId="1560"/>
            <ac:spMk id="3" creationId="{A647C6C9-22F1-C072-2C6A-69F25828344F}"/>
          </ac:spMkLst>
        </pc:spChg>
        <pc:graphicFrameChg chg="mod modGraphic">
          <ac:chgData name="Philip Pham" userId="43da9bb4-070d-4ed6-8fce-34a277b594b1" providerId="ADAL" clId="{C978F5D8-A556-49E5-9262-8B61DEAA9F7B}" dt="2026-06-26T03:59:45.508" v="1385" actId="20577"/>
          <ac:graphicFrameMkLst>
            <pc:docMk/>
            <pc:sldMk cId="1684842726" sldId="1560"/>
            <ac:graphicFrameMk id="5" creationId="{622CB22D-4CFF-D511-7F34-843E9FFBA9F4}"/>
          </ac:graphicFrameMkLst>
        </pc:graphicFrameChg>
      </pc:sldChg>
      <pc:sldChg chg="del">
        <pc:chgData name="Philip Pham" userId="43da9bb4-070d-4ed6-8fce-34a277b594b1" providerId="ADAL" clId="{C978F5D8-A556-49E5-9262-8B61DEAA9F7B}" dt="2026-06-26T03:29:14.436" v="508" actId="47"/>
        <pc:sldMkLst>
          <pc:docMk/>
          <pc:sldMk cId="3157634054" sldId="1560"/>
        </pc:sldMkLst>
      </pc:sldChg>
      <pc:sldChg chg="del">
        <pc:chgData name="Philip Pham" userId="43da9bb4-070d-4ed6-8fce-34a277b594b1" providerId="ADAL" clId="{C978F5D8-A556-49E5-9262-8B61DEAA9F7B}" dt="2026-06-26T03:29:14.436" v="508" actId="47"/>
        <pc:sldMkLst>
          <pc:docMk/>
          <pc:sldMk cId="2704625508" sldId="1561"/>
        </pc:sldMkLst>
      </pc:sldChg>
      <pc:sldChg chg="del">
        <pc:chgData name="Philip Pham" userId="43da9bb4-070d-4ed6-8fce-34a277b594b1" providerId="ADAL" clId="{C978F5D8-A556-49E5-9262-8B61DEAA9F7B}" dt="2026-06-26T03:29:14.436" v="508" actId="47"/>
        <pc:sldMkLst>
          <pc:docMk/>
          <pc:sldMk cId="3732501408" sldId="1562"/>
        </pc:sldMkLst>
      </pc:sldChg>
      <pc:sldChg chg="del">
        <pc:chgData name="Philip Pham" userId="43da9bb4-070d-4ed6-8fce-34a277b594b1" providerId="ADAL" clId="{C978F5D8-A556-49E5-9262-8B61DEAA9F7B}" dt="2026-06-26T03:29:14.436" v="508" actId="47"/>
        <pc:sldMkLst>
          <pc:docMk/>
          <pc:sldMk cId="2579370196" sldId="1563"/>
        </pc:sldMkLst>
      </pc:sldChg>
      <pc:sldChg chg="del">
        <pc:chgData name="Philip Pham" userId="43da9bb4-070d-4ed6-8fce-34a277b594b1" providerId="ADAL" clId="{C978F5D8-A556-49E5-9262-8B61DEAA9F7B}" dt="2026-06-26T03:29:14.436" v="508" actId="47"/>
        <pc:sldMkLst>
          <pc:docMk/>
          <pc:sldMk cId="4246712901" sldId="1564"/>
        </pc:sldMkLst>
      </pc:sldChg>
      <pc:sldChg chg="del">
        <pc:chgData name="Philip Pham" userId="43da9bb4-070d-4ed6-8fce-34a277b594b1" providerId="ADAL" clId="{C978F5D8-A556-49E5-9262-8B61DEAA9F7B}" dt="2026-06-26T03:29:14.436" v="508" actId="47"/>
        <pc:sldMkLst>
          <pc:docMk/>
          <pc:sldMk cId="729178415" sldId="1566"/>
        </pc:sldMkLst>
      </pc:sldChg>
      <pc:sldChg chg="del">
        <pc:chgData name="Philip Pham" userId="43da9bb4-070d-4ed6-8fce-34a277b594b1" providerId="ADAL" clId="{C978F5D8-A556-49E5-9262-8B61DEAA9F7B}" dt="2026-06-26T03:29:14.436" v="508" actId="47"/>
        <pc:sldMkLst>
          <pc:docMk/>
          <pc:sldMk cId="4212564272" sldId="1567"/>
        </pc:sldMkLst>
      </pc:sldChg>
      <pc:sldChg chg="del">
        <pc:chgData name="Philip Pham" userId="43da9bb4-070d-4ed6-8fce-34a277b594b1" providerId="ADAL" clId="{C978F5D8-A556-49E5-9262-8B61DEAA9F7B}" dt="2026-06-26T03:29:14.436" v="508" actId="47"/>
        <pc:sldMkLst>
          <pc:docMk/>
          <pc:sldMk cId="3753221030" sldId="1568"/>
        </pc:sldMkLst>
      </pc:sldChg>
      <pc:sldChg chg="del">
        <pc:chgData name="Philip Pham" userId="43da9bb4-070d-4ed6-8fce-34a277b594b1" providerId="ADAL" clId="{C978F5D8-A556-49E5-9262-8B61DEAA9F7B}" dt="2026-06-26T03:29:14.436" v="508" actId="47"/>
        <pc:sldMkLst>
          <pc:docMk/>
          <pc:sldMk cId="2096017602" sldId="1569"/>
        </pc:sldMkLst>
      </pc:sldChg>
      <pc:sldChg chg="del">
        <pc:chgData name="Philip Pham" userId="43da9bb4-070d-4ed6-8fce-34a277b594b1" providerId="ADAL" clId="{C978F5D8-A556-49E5-9262-8B61DEAA9F7B}" dt="2026-06-26T03:29:14.436" v="508" actId="47"/>
        <pc:sldMkLst>
          <pc:docMk/>
          <pc:sldMk cId="3085468777" sldId="1570"/>
        </pc:sldMkLst>
      </pc:sldChg>
      <pc:sldChg chg="del">
        <pc:chgData name="Philip Pham" userId="43da9bb4-070d-4ed6-8fce-34a277b594b1" providerId="ADAL" clId="{C978F5D8-A556-49E5-9262-8B61DEAA9F7B}" dt="2026-06-26T03:29:14.436" v="508" actId="47"/>
        <pc:sldMkLst>
          <pc:docMk/>
          <pc:sldMk cId="2533039542" sldId="1571"/>
        </pc:sldMkLst>
      </pc:sldChg>
      <pc:sldChg chg="del">
        <pc:chgData name="Philip Pham" userId="43da9bb4-070d-4ed6-8fce-34a277b594b1" providerId="ADAL" clId="{C978F5D8-A556-49E5-9262-8B61DEAA9F7B}" dt="2026-06-26T03:29:14.436" v="508" actId="47"/>
        <pc:sldMkLst>
          <pc:docMk/>
          <pc:sldMk cId="3263870539" sldId="1572"/>
        </pc:sldMkLst>
      </pc:sldChg>
      <pc:sldChg chg="del">
        <pc:chgData name="Philip Pham" userId="43da9bb4-070d-4ed6-8fce-34a277b594b1" providerId="ADAL" clId="{C978F5D8-A556-49E5-9262-8B61DEAA9F7B}" dt="2026-06-26T03:29:14.436" v="508" actId="47"/>
        <pc:sldMkLst>
          <pc:docMk/>
          <pc:sldMk cId="1308951780" sldId="1573"/>
        </pc:sldMkLst>
      </pc:sldChg>
      <pc:sldChg chg="del">
        <pc:chgData name="Philip Pham" userId="43da9bb4-070d-4ed6-8fce-34a277b594b1" providerId="ADAL" clId="{C978F5D8-A556-49E5-9262-8B61DEAA9F7B}" dt="2026-06-26T03:29:14.436" v="508" actId="47"/>
        <pc:sldMkLst>
          <pc:docMk/>
          <pc:sldMk cId="1684364169" sldId="1574"/>
        </pc:sldMkLst>
      </pc:sldChg>
      <pc:sldChg chg="modSp del mod">
        <pc:chgData name="Philip Pham" userId="43da9bb4-070d-4ed6-8fce-34a277b594b1" providerId="ADAL" clId="{C978F5D8-A556-49E5-9262-8B61DEAA9F7B}" dt="2026-06-26T03:29:14.436" v="508" actId="47"/>
        <pc:sldMkLst>
          <pc:docMk/>
          <pc:sldMk cId="4271494498" sldId="1575"/>
        </pc:sldMkLst>
      </pc:sldChg>
      <pc:sldChg chg="del">
        <pc:chgData name="Philip Pham" userId="43da9bb4-070d-4ed6-8fce-34a277b594b1" providerId="ADAL" clId="{C978F5D8-A556-49E5-9262-8B61DEAA9F7B}" dt="2026-06-26T03:29:14.436" v="508" actId="47"/>
        <pc:sldMkLst>
          <pc:docMk/>
          <pc:sldMk cId="3344635003" sldId="1577"/>
        </pc:sldMkLst>
      </pc:sldChg>
      <pc:sldChg chg="del">
        <pc:chgData name="Philip Pham" userId="43da9bb4-070d-4ed6-8fce-34a277b594b1" providerId="ADAL" clId="{C978F5D8-A556-49E5-9262-8B61DEAA9F7B}" dt="2026-06-26T03:29:14.436" v="508" actId="47"/>
        <pc:sldMkLst>
          <pc:docMk/>
          <pc:sldMk cId="3194675131" sldId="1579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434998" cy="356198"/>
          </a:xfrm>
          <a:prstGeom prst="rect">
            <a:avLst/>
          </a:prstGeom>
        </p:spPr>
        <p:txBody>
          <a:bodyPr vert="horz" lIns="94640" tIns="47320" rIns="94640" bIns="473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797246" y="1"/>
            <a:ext cx="4434998" cy="356198"/>
          </a:xfrm>
          <a:prstGeom prst="rect">
            <a:avLst/>
          </a:prstGeom>
        </p:spPr>
        <p:txBody>
          <a:bodyPr vert="horz" lIns="94640" tIns="47320" rIns="94640" bIns="47320" rtlCol="0"/>
          <a:lstStyle>
            <a:lvl1pPr algn="r">
              <a:defRPr sz="1200"/>
            </a:lvl1pPr>
          </a:lstStyle>
          <a:p>
            <a:fld id="{86C3DE13-261D-48CD-BD2E-BE5EEFB205AC}" type="datetimeFigureOut">
              <a:rPr lang="en-SG" smtClean="0"/>
              <a:t>26/6/2026</a:t>
            </a:fld>
            <a:endParaRPr lang="en-S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743104"/>
            <a:ext cx="4434998" cy="356197"/>
          </a:xfrm>
          <a:prstGeom prst="rect">
            <a:avLst/>
          </a:prstGeom>
        </p:spPr>
        <p:txBody>
          <a:bodyPr vert="horz" lIns="94640" tIns="47320" rIns="94640" bIns="473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797246" y="6743104"/>
            <a:ext cx="4434998" cy="356197"/>
          </a:xfrm>
          <a:prstGeom prst="rect">
            <a:avLst/>
          </a:prstGeom>
        </p:spPr>
        <p:txBody>
          <a:bodyPr vert="horz" lIns="94640" tIns="47320" rIns="94640" bIns="47320" rtlCol="0" anchor="b"/>
          <a:lstStyle>
            <a:lvl1pPr algn="r">
              <a:defRPr sz="1200"/>
            </a:lvl1pPr>
          </a:lstStyle>
          <a:p>
            <a:fld id="{2BE00B10-1D1D-4946-A3C2-FB3A73F9886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53072709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434998" cy="356198"/>
          </a:xfrm>
          <a:prstGeom prst="rect">
            <a:avLst/>
          </a:prstGeom>
        </p:spPr>
        <p:txBody>
          <a:bodyPr vert="horz" lIns="94640" tIns="47320" rIns="94640" bIns="473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797246" y="1"/>
            <a:ext cx="4434998" cy="356198"/>
          </a:xfrm>
          <a:prstGeom prst="rect">
            <a:avLst/>
          </a:prstGeom>
        </p:spPr>
        <p:txBody>
          <a:bodyPr vert="horz" lIns="94640" tIns="47320" rIns="94640" bIns="47320" rtlCol="0"/>
          <a:lstStyle>
            <a:lvl1pPr algn="r">
              <a:defRPr sz="1200"/>
            </a:lvl1pPr>
          </a:lstStyle>
          <a:p>
            <a:fld id="{3060024C-0EA0-4B2F-81DF-AFD21CDD6DDE}" type="datetimeFigureOut">
              <a:rPr lang="en-SG" smtClean="0"/>
              <a:t>26/6/2026</a:t>
            </a:fld>
            <a:endParaRPr lang="en-S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989263" y="887413"/>
            <a:ext cx="4256087" cy="23955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40" tIns="47320" rIns="94640" bIns="47320" rtlCol="0" anchor="ctr"/>
          <a:lstStyle/>
          <a:p>
            <a:endParaRPr lang="en-S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23462" y="3416539"/>
            <a:ext cx="8187690" cy="2795349"/>
          </a:xfrm>
          <a:prstGeom prst="rect">
            <a:avLst/>
          </a:prstGeom>
        </p:spPr>
        <p:txBody>
          <a:bodyPr vert="horz" lIns="94640" tIns="47320" rIns="94640" bIns="473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743104"/>
            <a:ext cx="4434998" cy="356197"/>
          </a:xfrm>
          <a:prstGeom prst="rect">
            <a:avLst/>
          </a:prstGeom>
        </p:spPr>
        <p:txBody>
          <a:bodyPr vert="horz" lIns="94640" tIns="47320" rIns="94640" bIns="473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797246" y="6743104"/>
            <a:ext cx="4434998" cy="356197"/>
          </a:xfrm>
          <a:prstGeom prst="rect">
            <a:avLst/>
          </a:prstGeom>
        </p:spPr>
        <p:txBody>
          <a:bodyPr vert="horz" lIns="94640" tIns="47320" rIns="94640" bIns="47320" rtlCol="0" anchor="b"/>
          <a:lstStyle>
            <a:lvl1pPr algn="r">
              <a:defRPr sz="1200"/>
            </a:lvl1pPr>
          </a:lstStyle>
          <a:p>
            <a:fld id="{1354A08F-46D5-4F44-94EE-C7BAB694120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5273321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54A08F-46D5-4F44-94EE-C7BAB6941201}" type="slidenum">
              <a:rPr lang="en-SG" smtClean="0"/>
              <a:t>2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4600751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16B5DF-62DB-1EDB-9427-6DC563E9C6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79B4A2-6249-589D-C29E-23A95E9E4B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337360-71FE-7B66-7110-655A53C16B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6A4D23-3A93-8702-A379-26720219FCC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54A08F-46D5-4F44-94EE-C7BAB6941201}" type="slidenum">
              <a:rPr lang="en-SG" smtClean="0"/>
              <a:t>3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6218389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204020-14E6-BC39-7CA9-9E6109C70D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084B8C-9B42-0115-2827-360CFF277A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D4BB6E-996D-99A7-73F7-F1A75DC36A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ED0FF4-D860-DEEE-8823-3D5E330839A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54A08F-46D5-4F44-94EE-C7BAB6941201}" type="slidenum">
              <a:rPr lang="en-SG" smtClean="0"/>
              <a:t>4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0948622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5AEFB8-10BC-B085-AB4C-7A8D7AEE13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34863E-F60D-3245-9F5C-61BF834273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E6E959-EC7D-AC17-AA32-BEA3158EB6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5CD78D-E1FC-F3AF-2E3F-7A549DF810C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54A08F-46D5-4F44-94EE-C7BAB6941201}" type="slidenum">
              <a:rPr lang="en-SG" smtClean="0"/>
              <a:t>5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8652425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048FB-3E55-4882-8DFF-412236E27EE3}" type="datetimeFigureOut">
              <a:rPr lang="en-SG" smtClean="0"/>
              <a:t>26/6/2026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11722-9B82-4459-A19E-8C43A771A97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6257617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048FB-3E55-4882-8DFF-412236E27EE3}" type="datetimeFigureOut">
              <a:rPr lang="en-SG" smtClean="0"/>
              <a:t>26/6/2026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11722-9B82-4459-A19E-8C43A771A97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1071020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048FB-3E55-4882-8DFF-412236E27EE3}" type="datetimeFigureOut">
              <a:rPr lang="en-SG" smtClean="0"/>
              <a:t>26/6/2026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11722-9B82-4459-A19E-8C43A771A97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6749643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048FB-3E55-4882-8DFF-412236E27EE3}" type="datetimeFigureOut">
              <a:rPr lang="en-SG" smtClean="0"/>
              <a:t>26/6/2026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11722-9B82-4459-A19E-8C43A771A97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0166676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048FB-3E55-4882-8DFF-412236E27EE3}" type="datetimeFigureOut">
              <a:rPr lang="en-SG" smtClean="0"/>
              <a:t>26/6/2026</a:t>
            </a:fld>
            <a:endParaRPr lang="en-S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11722-9B82-4459-A19E-8C43A771A97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5040847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048FB-3E55-4882-8DFF-412236E27EE3}" type="datetimeFigureOut">
              <a:rPr lang="en-SG" smtClean="0"/>
              <a:t>26/6/2026</a:t>
            </a:fld>
            <a:endParaRPr lang="en-S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11722-9B82-4459-A19E-8C43A771A97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4575589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048FB-3E55-4882-8DFF-412236E27EE3}" type="datetimeFigureOut">
              <a:rPr lang="en-SG" smtClean="0"/>
              <a:t>26/6/2026</a:t>
            </a:fld>
            <a:endParaRPr lang="en-S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11722-9B82-4459-A19E-8C43A771A97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8104976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048FB-3E55-4882-8DFF-412236E27EE3}" type="datetimeFigureOut">
              <a:rPr lang="en-SG" smtClean="0"/>
              <a:t>26/6/2026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11722-9B82-4459-A19E-8C43A771A97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4446143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ubcountry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23F88"/>
          </a:solidFill>
          <a:ln w="127000">
            <a:solidFill>
              <a:srgbClr val="023F8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r">
              <a:defRPr/>
            </a:pPr>
            <a:r>
              <a:rPr lang="en-US" altLang="en-US" sz="8000" b="1" kern="0" spc="-150">
                <a:solidFill>
                  <a:srgbClr val="023F88"/>
                </a:solidFill>
                <a:latin typeface="Gisha" panose="020B0502040204020203" pitchFamily="34" charset="-79"/>
                <a:ea typeface="Segoe UI" panose="020B0502040204020203" pitchFamily="34" charset="0"/>
                <a:cs typeface="Segoe UI" panose="020B0502040204020203" pitchFamily="34" charset="0"/>
              </a:rPr>
              <a:t>Meinhardt </a:t>
            </a:r>
          </a:p>
          <a:p>
            <a:pPr lvl="0" algn="r">
              <a:defRPr/>
            </a:pPr>
            <a:r>
              <a:rPr lang="en-US" altLang="en-US" sz="8000" b="1" kern="0" spc="-150">
                <a:solidFill>
                  <a:srgbClr val="023F88"/>
                </a:solidFill>
                <a:latin typeface="Gisha" panose="020B0502040204020203" pitchFamily="34" charset="-79"/>
                <a:ea typeface="Segoe UI" panose="020B0502040204020203" pitchFamily="34" charset="0"/>
                <a:cs typeface="Segoe UI" panose="020B0502040204020203" pitchFamily="34" charset="0"/>
              </a:rPr>
              <a:t>Top </a:t>
            </a:r>
            <a:r>
              <a:rPr lang="en-US" altLang="en-US" sz="9000" b="1" kern="0" spc="-150">
                <a:solidFill>
                  <a:srgbClr val="023F88"/>
                </a:solidFill>
                <a:latin typeface="Gisha" panose="020B0502040204020203" pitchFamily="34" charset="-79"/>
                <a:ea typeface="Segoe UI" panose="020B0502040204020203" pitchFamily="34" charset="0"/>
                <a:cs typeface="Segoe UI" panose="020B0502040204020203" pitchFamily="34" charset="0"/>
              </a:rPr>
              <a:t>10</a:t>
            </a:r>
          </a:p>
        </p:txBody>
      </p:sp>
      <p:cxnSp>
        <p:nvCxnSpPr>
          <p:cNvPr id="9" name="Straight Connector 8"/>
          <p:cNvCxnSpPr>
            <a:cxnSpLocks/>
          </p:cNvCxnSpPr>
          <p:nvPr userDrawn="1"/>
        </p:nvCxnSpPr>
        <p:spPr>
          <a:xfrm>
            <a:off x="1861479" y="2094908"/>
            <a:ext cx="8616100" cy="0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>
            <a:cxnSpLocks/>
          </p:cNvCxnSpPr>
          <p:nvPr userDrawn="1"/>
        </p:nvCxnSpPr>
        <p:spPr>
          <a:xfrm>
            <a:off x="1899187" y="2084860"/>
            <a:ext cx="0" cy="2715324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>
            <a:cxnSpLocks/>
          </p:cNvCxnSpPr>
          <p:nvPr userDrawn="1"/>
        </p:nvCxnSpPr>
        <p:spPr>
          <a:xfrm>
            <a:off x="10439871" y="2056285"/>
            <a:ext cx="0" cy="2743899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>
            <a:cxnSpLocks/>
          </p:cNvCxnSpPr>
          <p:nvPr userDrawn="1"/>
        </p:nvCxnSpPr>
        <p:spPr>
          <a:xfrm>
            <a:off x="1861479" y="4775942"/>
            <a:ext cx="2281896" cy="0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>
            <a:cxnSpLocks/>
          </p:cNvCxnSpPr>
          <p:nvPr userDrawn="1"/>
        </p:nvCxnSpPr>
        <p:spPr>
          <a:xfrm>
            <a:off x="8195683" y="4775942"/>
            <a:ext cx="2281896" cy="0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Placeholder 15"/>
          <p:cNvSpPr>
            <a:spLocks noGrp="1"/>
          </p:cNvSpPr>
          <p:nvPr>
            <p:ph type="body" sz="quarter" idx="10" hasCustomPrompt="1"/>
          </p:nvPr>
        </p:nvSpPr>
        <p:spPr>
          <a:xfrm>
            <a:off x="4143373" y="4514004"/>
            <a:ext cx="4052310" cy="523875"/>
          </a:xfrm>
        </p:spPr>
        <p:txBody>
          <a:bodyPr>
            <a:normAutofit/>
          </a:bodyPr>
          <a:lstStyle>
            <a:lvl1pPr marL="0" indent="0" algn="ctr">
              <a:buNone/>
              <a:defRPr sz="2500" b="0">
                <a:solidFill>
                  <a:schemeClr val="bg1"/>
                </a:solidFill>
                <a:latin typeface="Franklin Gothic Demi" panose="020B0703020102020204" pitchFamily="34" charset="0"/>
                <a:cs typeface="Gisha" panose="020B0502040204020203" pitchFamily="34" charset="-79"/>
              </a:defRPr>
            </a:lvl1pPr>
          </a:lstStyle>
          <a:p>
            <a:pPr lvl="0"/>
            <a:r>
              <a:rPr lang="en-US" b="0"/>
              <a:t>www.website.com</a:t>
            </a:r>
            <a:endParaRPr lang="en-SG"/>
          </a:p>
        </p:txBody>
      </p:sp>
      <p:sp>
        <p:nvSpPr>
          <p:cNvPr id="23" name="Text Placeholder 22"/>
          <p:cNvSpPr>
            <a:spLocks noGrp="1"/>
          </p:cNvSpPr>
          <p:nvPr>
            <p:ph type="body" sz="quarter" idx="11" hasCustomPrompt="1"/>
          </p:nvPr>
        </p:nvSpPr>
        <p:spPr>
          <a:xfrm>
            <a:off x="1899155" y="2752725"/>
            <a:ext cx="8540750" cy="1352550"/>
          </a:xfrm>
        </p:spPr>
        <p:txBody>
          <a:bodyPr>
            <a:noAutofit/>
          </a:bodyPr>
          <a:lstStyle>
            <a:lvl1pPr marL="0" indent="0" algn="ctr">
              <a:buNone/>
              <a:defRPr sz="8000">
                <a:solidFill>
                  <a:srgbClr val="FF0000"/>
                </a:solidFill>
                <a:latin typeface="Franklin Gothic Demi" panose="020B0703020102020204" pitchFamily="34" charset="0"/>
              </a:defRPr>
            </a:lvl1pPr>
            <a:lvl2pPr algn="ctr">
              <a:defRPr sz="2500">
                <a:solidFill>
                  <a:srgbClr val="FF0000"/>
                </a:solidFill>
                <a:latin typeface="Franklin Gothic Demi" panose="020B0703020102020204" pitchFamily="34" charset="0"/>
              </a:defRPr>
            </a:lvl2pPr>
            <a:lvl3pPr algn="ctr">
              <a:defRPr sz="2500">
                <a:solidFill>
                  <a:srgbClr val="FF0000"/>
                </a:solidFill>
                <a:latin typeface="Franklin Gothic Demi" panose="020B0703020102020204" pitchFamily="34" charset="0"/>
              </a:defRPr>
            </a:lvl3pPr>
            <a:lvl4pPr algn="ctr">
              <a:defRPr sz="2500">
                <a:solidFill>
                  <a:srgbClr val="FF0000"/>
                </a:solidFill>
                <a:latin typeface="Franklin Gothic Demi" panose="020B0703020102020204" pitchFamily="34" charset="0"/>
              </a:defRPr>
            </a:lvl4pPr>
            <a:lvl5pPr algn="ctr">
              <a:defRPr sz="2500">
                <a:solidFill>
                  <a:srgbClr val="FF0000"/>
                </a:solidFill>
                <a:latin typeface="Franklin Gothic Demi" panose="020B0703020102020204" pitchFamily="34" charset="0"/>
              </a:defRPr>
            </a:lvl5pPr>
          </a:lstStyle>
          <a:p>
            <a:pPr lvl="0"/>
            <a:r>
              <a:rPr lang="en-US"/>
              <a:t>NAME OF CITY</a:t>
            </a:r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3282919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214865" cy="6858000"/>
          </a:xfrm>
          <a:effectLst/>
        </p:spPr>
        <p:txBody>
          <a:bodyPr rtlCol="0">
            <a:normAutofit/>
          </a:bodyPr>
          <a:lstStyle>
            <a:lvl1pPr marL="0" indent="0">
              <a:buNone/>
              <a:defRPr sz="2100">
                <a:ln>
                  <a:noFill/>
                </a:ln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</a:p>
        </p:txBody>
      </p:sp>
      <p:sp>
        <p:nvSpPr>
          <p:cNvPr id="3" name="Rectangle 2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23F88"/>
          </a:solidFill>
          <a:ln w="127000">
            <a:solidFill>
              <a:srgbClr val="023F8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r">
              <a:defRPr/>
            </a:pPr>
            <a:r>
              <a:rPr lang="en-US" altLang="en-US" sz="8000" b="1" kern="0" spc="-150">
                <a:solidFill>
                  <a:srgbClr val="023F88"/>
                </a:solidFill>
                <a:latin typeface="Gisha" panose="020B0502040204020203" pitchFamily="34" charset="-79"/>
                <a:ea typeface="Segoe UI" panose="020B0502040204020203" pitchFamily="34" charset="0"/>
                <a:cs typeface="Segoe UI" panose="020B0502040204020203" pitchFamily="34" charset="0"/>
              </a:rPr>
              <a:t>Meinhardt </a:t>
            </a:r>
          </a:p>
          <a:p>
            <a:pPr lvl="0" algn="r">
              <a:defRPr/>
            </a:pPr>
            <a:r>
              <a:rPr lang="en-US" altLang="en-US" sz="8000" b="1" kern="0" spc="-150">
                <a:solidFill>
                  <a:srgbClr val="023F88"/>
                </a:solidFill>
                <a:latin typeface="Gisha" panose="020B0502040204020203" pitchFamily="34" charset="-79"/>
                <a:ea typeface="Segoe UI" panose="020B0502040204020203" pitchFamily="34" charset="0"/>
                <a:cs typeface="Segoe UI" panose="020B0502040204020203" pitchFamily="34" charset="0"/>
              </a:rPr>
              <a:t>Top </a:t>
            </a:r>
            <a:r>
              <a:rPr lang="en-US" altLang="en-US" sz="9000" b="1" kern="0" spc="-150">
                <a:solidFill>
                  <a:srgbClr val="023F88"/>
                </a:solidFill>
                <a:latin typeface="Gisha" panose="020B0502040204020203" pitchFamily="34" charset="-79"/>
                <a:ea typeface="Segoe UI" panose="020B0502040204020203" pitchFamily="34" charset="0"/>
                <a:cs typeface="Segoe UI" panose="020B0502040204020203" pitchFamily="34" charset="0"/>
              </a:rPr>
              <a:t>10</a:t>
            </a:r>
          </a:p>
        </p:txBody>
      </p:sp>
      <p:sp>
        <p:nvSpPr>
          <p:cNvPr id="7" name="Rectangle 6"/>
          <p:cNvSpPr/>
          <p:nvPr userDrawn="1"/>
        </p:nvSpPr>
        <p:spPr>
          <a:xfrm>
            <a:off x="-687759" y="1506408"/>
            <a:ext cx="3147564" cy="2071915"/>
          </a:xfrm>
          <a:prstGeom prst="rect">
            <a:avLst/>
          </a:prstGeom>
          <a:noFill/>
          <a:ln w="1270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180000" rtlCol="0" anchor="ctr"/>
          <a:lstStyle/>
          <a:p>
            <a:pPr lvl="0" algn="ctr">
              <a:defRPr/>
            </a:pPr>
            <a:endParaRPr lang="en-US" altLang="en-US" sz="2000" kern="0">
              <a:solidFill>
                <a:srgbClr val="FF0000"/>
              </a:solidFill>
              <a:latin typeface="Gisha" panose="020B0502040204020203" pitchFamily="34" charset="-79"/>
              <a:cs typeface="Segoe UI" panose="020B0502040204020203" pitchFamily="34" charset="0"/>
            </a:endParaRPr>
          </a:p>
        </p:txBody>
      </p:sp>
      <p:sp>
        <p:nvSpPr>
          <p:cNvPr id="8" name="Rectangle 7"/>
          <p:cNvSpPr/>
          <p:nvPr userDrawn="1"/>
        </p:nvSpPr>
        <p:spPr>
          <a:xfrm>
            <a:off x="1345754" y="3000381"/>
            <a:ext cx="2306751" cy="2446617"/>
          </a:xfrm>
          <a:prstGeom prst="rect">
            <a:avLst/>
          </a:prstGeom>
          <a:noFill/>
          <a:ln w="127000">
            <a:solidFill>
              <a:srgbClr val="00964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endParaRPr lang="en-US" altLang="en-US" sz="1900" b="1" kern="0" spc="-150">
              <a:solidFill>
                <a:srgbClr val="009644"/>
              </a:solidFill>
              <a:latin typeface="Gisha" panose="020B0502040204020203" pitchFamily="34" charset="-79"/>
              <a:ea typeface="Segoe UI" panose="020B0502040204020203" pitchFamily="34" charset="0"/>
              <a:cs typeface="Segoe UI" panose="020B0502040204020203" pitchFamily="34" charset="0"/>
            </a:endParaRPr>
          </a:p>
          <a:p>
            <a:pPr lvl="0">
              <a:defRPr/>
            </a:pPr>
            <a:endParaRPr lang="en-US" altLang="en-US" sz="1900" kern="0">
              <a:solidFill>
                <a:schemeClr val="bg1">
                  <a:lumMod val="50000"/>
                </a:schemeClr>
              </a:solidFill>
              <a:latin typeface="Gisha" panose="020B0502040204020203" pitchFamily="34" charset="-79"/>
              <a:cs typeface="Segoe UI" panose="020B0502040204020203" pitchFamily="34" charset="0"/>
            </a:endParaRPr>
          </a:p>
        </p:txBody>
      </p:sp>
      <p:sp>
        <p:nvSpPr>
          <p:cNvPr id="9" name="Rectangle 8"/>
          <p:cNvSpPr/>
          <p:nvPr userDrawn="1"/>
        </p:nvSpPr>
        <p:spPr>
          <a:xfrm>
            <a:off x="7670643" y="4040206"/>
            <a:ext cx="2949732" cy="2149706"/>
          </a:xfrm>
          <a:prstGeom prst="rect">
            <a:avLst/>
          </a:prstGeom>
          <a:noFill/>
          <a:ln w="1270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defRPr/>
            </a:pPr>
            <a:r>
              <a:rPr lang="en-SG" altLang="en-US" sz="2000" b="1" kern="0" spc="-150">
                <a:solidFill>
                  <a:srgbClr val="FF0000"/>
                </a:solidFill>
                <a:latin typeface="Gisha" panose="020B0502040204020203" pitchFamily="34" charset="-79"/>
                <a:ea typeface="Segoe UI" panose="020B0502040204020203" pitchFamily="34" charset="0"/>
                <a:cs typeface="Segoe UI" panose="020B0502040204020203" pitchFamily="34" charset="0"/>
              </a:rPr>
              <a:t> </a:t>
            </a:r>
            <a:endParaRPr lang="en-US" altLang="en-US" sz="2000" kern="0">
              <a:solidFill>
                <a:schemeClr val="bg1">
                  <a:lumMod val="50000"/>
                </a:schemeClr>
              </a:solidFill>
              <a:latin typeface="Gisha" panose="020B0502040204020203" pitchFamily="34" charset="-79"/>
              <a:cs typeface="Segoe UI" panose="020B0502040204020203" pitchFamily="34" charset="0"/>
            </a:endParaRPr>
          </a:p>
        </p:txBody>
      </p:sp>
      <p:sp>
        <p:nvSpPr>
          <p:cNvPr id="10" name="Rectangle 9"/>
          <p:cNvSpPr/>
          <p:nvPr userDrawn="1"/>
        </p:nvSpPr>
        <p:spPr>
          <a:xfrm>
            <a:off x="3147563" y="2269092"/>
            <a:ext cx="3895725" cy="2495905"/>
          </a:xfrm>
          <a:prstGeom prst="rect">
            <a:avLst/>
          </a:prstGeom>
          <a:noFill/>
          <a:ln w="1270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180000" rtlCol="0" anchor="ctr"/>
          <a:lstStyle/>
          <a:p>
            <a:pPr lvl="0" algn="r">
              <a:defRPr/>
            </a:pPr>
            <a:endParaRPr lang="en-SG" altLang="en-US" sz="3200" b="1" kern="0" spc="-150">
              <a:solidFill>
                <a:srgbClr val="FFC000"/>
              </a:solidFill>
              <a:latin typeface="Gisha" panose="020B0502040204020203" pitchFamily="34" charset="-79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" name="Rectangle 10"/>
          <p:cNvSpPr/>
          <p:nvPr userDrawn="1"/>
        </p:nvSpPr>
        <p:spPr>
          <a:xfrm>
            <a:off x="4523081" y="1428750"/>
            <a:ext cx="5088678" cy="4257676"/>
          </a:xfrm>
          <a:prstGeom prst="rect">
            <a:avLst/>
          </a:prstGeom>
          <a:noFill/>
          <a:ln w="127000">
            <a:solidFill>
              <a:srgbClr val="4D89C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r">
              <a:defRPr/>
            </a:pPr>
            <a:endParaRPr lang="en-US" altLang="en-US" sz="2000" kern="0">
              <a:solidFill>
                <a:schemeClr val="bg1">
                  <a:lumMod val="50000"/>
                </a:schemeClr>
              </a:solidFill>
              <a:latin typeface="Gisha" panose="020B0502040204020203" pitchFamily="34" charset="-79"/>
              <a:cs typeface="Segoe UI" panose="020B0502040204020203" pitchFamily="34" charset="0"/>
            </a:endParaRPr>
          </a:p>
        </p:txBody>
      </p:sp>
      <p:sp>
        <p:nvSpPr>
          <p:cNvPr id="12" name="Rectangle 11"/>
          <p:cNvSpPr/>
          <p:nvPr userDrawn="1"/>
        </p:nvSpPr>
        <p:spPr>
          <a:xfrm>
            <a:off x="10111257" y="2269092"/>
            <a:ext cx="2423781" cy="2423781"/>
          </a:xfrm>
          <a:prstGeom prst="rect">
            <a:avLst/>
          </a:prstGeom>
          <a:noFill/>
          <a:ln w="1270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bIns="288000" rtlCol="0" anchor="ctr"/>
          <a:lstStyle/>
          <a:p>
            <a:pPr lvl="0">
              <a:defRPr/>
            </a:pPr>
            <a:endParaRPr lang="en-US" altLang="en-US" sz="2000" b="1" kern="0" spc="-150">
              <a:solidFill>
                <a:schemeClr val="bg1"/>
              </a:solidFill>
              <a:latin typeface="Gisha" panose="020B0502040204020203" pitchFamily="34" charset="-79"/>
              <a:ea typeface="Segoe UI" panose="020B0502040204020203" pitchFamily="34" charset="0"/>
              <a:cs typeface="Segoe UI" panose="020B0502040204020203" pitchFamily="34" charset="0"/>
            </a:endParaRPr>
          </a:p>
          <a:p>
            <a:pPr lvl="0">
              <a:defRPr/>
            </a:pPr>
            <a:endParaRPr lang="en-US" altLang="en-US" sz="2200" b="1" kern="0" spc="-150">
              <a:solidFill>
                <a:schemeClr val="bg1"/>
              </a:solidFill>
              <a:latin typeface="Gisha" panose="020B0502040204020203" pitchFamily="34" charset="-79"/>
              <a:ea typeface="Segoe UI" panose="020B0502040204020203" pitchFamily="34" charset="0"/>
              <a:cs typeface="Segoe UI" panose="020B0502040204020203" pitchFamily="34" charset="0"/>
            </a:endParaRPr>
          </a:p>
          <a:p>
            <a:pPr lvl="0">
              <a:defRPr/>
            </a:pPr>
            <a:endParaRPr lang="en-US" altLang="en-US" sz="1400" kern="0">
              <a:solidFill>
                <a:schemeClr val="bg1"/>
              </a:solidFill>
              <a:latin typeface="Gisha" panose="020B0502040204020203" pitchFamily="34" charset="-79"/>
              <a:cs typeface="Segoe UI" panose="020B0502040204020203" pitchFamily="34" charset="0"/>
            </a:endParaRPr>
          </a:p>
        </p:txBody>
      </p:sp>
      <p:sp>
        <p:nvSpPr>
          <p:cNvPr id="17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1" y="246482"/>
            <a:ext cx="12191999" cy="528637"/>
          </a:xfrm>
        </p:spPr>
        <p:txBody>
          <a:bodyPr>
            <a:noAutofit/>
          </a:bodyPr>
          <a:lstStyle>
            <a:lvl1pPr marL="0" indent="0" algn="ctr">
              <a:buNone/>
              <a:defRPr sz="3600" b="1">
                <a:solidFill>
                  <a:schemeClr val="bg1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1pPr>
            <a:lvl2pPr>
              <a:defRPr sz="4000" b="1">
                <a:solidFill>
                  <a:srgbClr val="023F88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2pPr>
            <a:lvl3pPr>
              <a:defRPr sz="4000" b="1">
                <a:solidFill>
                  <a:srgbClr val="023F88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3pPr>
            <a:lvl4pPr>
              <a:defRPr sz="4000" b="1">
                <a:solidFill>
                  <a:srgbClr val="023F88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4pPr>
            <a:lvl5pPr>
              <a:defRPr sz="4000" b="1">
                <a:solidFill>
                  <a:srgbClr val="023F88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5pPr>
          </a:lstStyle>
          <a:p>
            <a:pPr lvl="0"/>
            <a:r>
              <a:rPr lang="en-US"/>
              <a:t>TITLE</a:t>
            </a:r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873550544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4496802-1A0E-4F2C-9FA3-EA450D69155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9C5ECD3-B4C4-48CD-8FB1-95ACE89194F3}"/>
              </a:ext>
            </a:extLst>
          </p:cNvPr>
          <p:cNvSpPr/>
          <p:nvPr userDrawn="1"/>
        </p:nvSpPr>
        <p:spPr>
          <a:xfrm>
            <a:off x="6469811" y="517585"/>
            <a:ext cx="5300158" cy="5089585"/>
          </a:xfrm>
          <a:prstGeom prst="rect">
            <a:avLst/>
          </a:prstGeom>
          <a:noFill/>
          <a:ln w="1016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F25793B-8B1D-4AAE-9CBF-C6EC76BD6B3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69063" y="517525"/>
            <a:ext cx="5300662" cy="5089525"/>
          </a:xfrm>
        </p:spPr>
        <p:txBody>
          <a:bodyPr lIns="180000" tIns="180000" rIns="180000" bIns="180000">
            <a:normAutofit/>
          </a:bodyPr>
          <a:lstStyle>
            <a:lvl1pPr marL="0" indent="0">
              <a:buNone/>
              <a:defRPr sz="8000" b="1">
                <a:solidFill>
                  <a:schemeClr val="bg1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1pPr>
            <a:lvl2pPr>
              <a:defRPr sz="8000" b="1">
                <a:solidFill>
                  <a:schemeClr val="bg1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2pPr>
            <a:lvl3pPr>
              <a:defRPr sz="8000" b="1">
                <a:solidFill>
                  <a:schemeClr val="bg1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3pPr>
            <a:lvl4pPr>
              <a:defRPr sz="8000" b="1">
                <a:solidFill>
                  <a:schemeClr val="bg1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4pPr>
            <a:lvl5pPr>
              <a:defRPr sz="8000" b="1">
                <a:solidFill>
                  <a:schemeClr val="bg1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5pPr>
          </a:lstStyle>
          <a:p>
            <a:pPr lvl="0"/>
            <a:r>
              <a:rPr lang="en-US"/>
              <a:t>DIVIDER</a:t>
            </a:r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939008966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untry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en-SG"/>
          </a:p>
        </p:txBody>
      </p:sp>
      <p:sp>
        <p:nvSpPr>
          <p:cNvPr id="3" name="TextBox 2"/>
          <p:cNvSpPr txBox="1"/>
          <p:nvPr userDrawn="1"/>
        </p:nvSpPr>
        <p:spPr>
          <a:xfrm>
            <a:off x="0" y="2221397"/>
            <a:ext cx="1219198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0">
                <a:solidFill>
                  <a:schemeClr val="bg1"/>
                </a:solidFill>
                <a:latin typeface="Franklin Gothic Demi" panose="020B0703020102020204" pitchFamily="34" charset="0"/>
              </a:rPr>
              <a:t>COUNTRY/REGION</a:t>
            </a:r>
            <a:endParaRPr lang="en-SG" sz="8000">
              <a:solidFill>
                <a:schemeClr val="bg1"/>
              </a:solidFill>
              <a:latin typeface="Franklin Gothic Demi" panose="020B0703020102020204" pitchFamily="34" charset="0"/>
            </a:endParaRPr>
          </a:p>
        </p:txBody>
      </p:sp>
      <p:cxnSp>
        <p:nvCxnSpPr>
          <p:cNvPr id="4" name="Straight Connector 3"/>
          <p:cNvCxnSpPr>
            <a:cxnSpLocks/>
          </p:cNvCxnSpPr>
          <p:nvPr userDrawn="1"/>
        </p:nvCxnSpPr>
        <p:spPr>
          <a:xfrm>
            <a:off x="1861479" y="2094908"/>
            <a:ext cx="8616100" cy="0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/>
          <p:cNvCxnSpPr>
            <a:cxnSpLocks/>
          </p:cNvCxnSpPr>
          <p:nvPr userDrawn="1"/>
        </p:nvCxnSpPr>
        <p:spPr>
          <a:xfrm>
            <a:off x="1899187" y="2084860"/>
            <a:ext cx="0" cy="2715324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cxnSpLocks/>
          </p:cNvCxnSpPr>
          <p:nvPr userDrawn="1"/>
        </p:nvCxnSpPr>
        <p:spPr>
          <a:xfrm>
            <a:off x="10439871" y="2094908"/>
            <a:ext cx="0" cy="2715324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 userDrawn="1"/>
        </p:nvSpPr>
        <p:spPr>
          <a:xfrm>
            <a:off x="4143374" y="4519571"/>
            <a:ext cx="4005113" cy="4770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500">
                <a:solidFill>
                  <a:schemeClr val="bg1"/>
                </a:solidFill>
                <a:latin typeface="Franklin Gothic Demi" panose="020B0703020102020204" pitchFamily="34" charset="0"/>
              </a:rPr>
              <a:t>website</a:t>
            </a:r>
            <a:endParaRPr lang="en-SG" sz="2500"/>
          </a:p>
        </p:txBody>
      </p:sp>
      <p:cxnSp>
        <p:nvCxnSpPr>
          <p:cNvPr id="8" name="Straight Connector 7"/>
          <p:cNvCxnSpPr>
            <a:cxnSpLocks/>
          </p:cNvCxnSpPr>
          <p:nvPr userDrawn="1"/>
        </p:nvCxnSpPr>
        <p:spPr>
          <a:xfrm>
            <a:off x="1861479" y="4775942"/>
            <a:ext cx="2281896" cy="0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>
            <a:cxnSpLocks/>
          </p:cNvCxnSpPr>
          <p:nvPr userDrawn="1"/>
        </p:nvCxnSpPr>
        <p:spPr>
          <a:xfrm>
            <a:off x="8195683" y="4775942"/>
            <a:ext cx="2281896" cy="0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91651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Project Red (1x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621724" y="705735"/>
            <a:ext cx="1747837" cy="1747838"/>
          </a:xfrm>
          <a:noFill/>
          <a:ln w="101600" cap="flat">
            <a:solidFill>
              <a:srgbClr val="FF0000"/>
            </a:solidFill>
            <a:miter lim="800000"/>
          </a:ln>
        </p:spPr>
        <p:txBody>
          <a:bodyPr lIns="108000" tIns="108000" rIns="108000" bIns="108000">
            <a:normAutofit/>
          </a:bodyPr>
          <a:lstStyle>
            <a:lvl1pPr marL="0" indent="0">
              <a:buNone/>
              <a:defRPr sz="2200" b="1" spc="-150">
                <a:solidFill>
                  <a:srgbClr val="FF0000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Project Name</a:t>
            </a:r>
          </a:p>
          <a:p>
            <a:pPr lvl="0"/>
            <a:r>
              <a:rPr lang="en-US"/>
              <a:t>Country</a:t>
            </a:r>
          </a:p>
        </p:txBody>
      </p:sp>
    </p:spTree>
    <p:extLst>
      <p:ext uri="{BB962C8B-B14F-4D97-AF65-F5344CB8AC3E}">
        <p14:creationId xmlns:p14="http://schemas.microsoft.com/office/powerpoint/2010/main" val="9176555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Project Blue (1x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627192" y="710952"/>
            <a:ext cx="1747837" cy="1747838"/>
          </a:xfrm>
          <a:noFill/>
          <a:ln w="101600">
            <a:solidFill>
              <a:srgbClr val="023F88"/>
            </a:solidFill>
            <a:miter lim="800000"/>
          </a:ln>
        </p:spPr>
        <p:txBody>
          <a:bodyPr lIns="108000" tIns="108000" rIns="108000" bIns="108000">
            <a:normAutofit/>
          </a:bodyPr>
          <a:lstStyle>
            <a:lvl1pPr marL="0" indent="0">
              <a:buNone/>
              <a:defRPr sz="2200" b="1" spc="-150">
                <a:solidFill>
                  <a:srgbClr val="023F88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Project Name</a:t>
            </a:r>
          </a:p>
          <a:p>
            <a:pPr lvl="0"/>
            <a:r>
              <a:rPr lang="en-US"/>
              <a:t>Country</a:t>
            </a:r>
          </a:p>
        </p:txBody>
      </p:sp>
    </p:spTree>
    <p:extLst>
      <p:ext uri="{BB962C8B-B14F-4D97-AF65-F5344CB8AC3E}">
        <p14:creationId xmlns:p14="http://schemas.microsoft.com/office/powerpoint/2010/main" val="279418240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Project Blue (1x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627192" y="710952"/>
            <a:ext cx="1747837" cy="1747838"/>
          </a:xfrm>
          <a:noFill/>
          <a:ln w="101600">
            <a:solidFill>
              <a:srgbClr val="FFC000"/>
            </a:solidFill>
            <a:miter lim="800000"/>
          </a:ln>
        </p:spPr>
        <p:txBody>
          <a:bodyPr lIns="108000" tIns="108000" rIns="108000" bIns="108000">
            <a:normAutofit/>
          </a:bodyPr>
          <a:lstStyle>
            <a:lvl1pPr marL="0" indent="0">
              <a:buNone/>
              <a:defRPr sz="2200" b="1" spc="-150">
                <a:solidFill>
                  <a:srgbClr val="FFC000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Project Name</a:t>
            </a:r>
          </a:p>
          <a:p>
            <a:pPr lvl="0"/>
            <a:r>
              <a:rPr lang="en-US"/>
              <a:t>Country</a:t>
            </a:r>
          </a:p>
        </p:txBody>
      </p:sp>
    </p:spTree>
    <p:extLst>
      <p:ext uri="{BB962C8B-B14F-4D97-AF65-F5344CB8AC3E}">
        <p14:creationId xmlns:p14="http://schemas.microsoft.com/office/powerpoint/2010/main" val="27110511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Project Blue (1x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627192" y="710952"/>
            <a:ext cx="1747837" cy="1747838"/>
          </a:xfrm>
          <a:noFill/>
          <a:ln w="101600">
            <a:solidFill>
              <a:srgbClr val="92D050"/>
            </a:solidFill>
            <a:miter lim="800000"/>
          </a:ln>
        </p:spPr>
        <p:txBody>
          <a:bodyPr lIns="108000" tIns="108000" rIns="108000" bIns="108000">
            <a:normAutofit/>
          </a:bodyPr>
          <a:lstStyle>
            <a:lvl1pPr marL="0" indent="0">
              <a:buNone/>
              <a:defRPr sz="2200" b="1" spc="-150">
                <a:solidFill>
                  <a:srgbClr val="92D050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Project Name</a:t>
            </a:r>
          </a:p>
          <a:p>
            <a:pPr lvl="0"/>
            <a:r>
              <a:rPr lang="en-US"/>
              <a:t>Country</a:t>
            </a:r>
          </a:p>
        </p:txBody>
      </p:sp>
    </p:spTree>
    <p:extLst>
      <p:ext uri="{BB962C8B-B14F-4D97-AF65-F5344CB8AC3E}">
        <p14:creationId xmlns:p14="http://schemas.microsoft.com/office/powerpoint/2010/main" val="269179686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icture Placeholder 8"/>
          <p:cNvSpPr>
            <a:spLocks noGrp="1"/>
          </p:cNvSpPr>
          <p:nvPr>
            <p:ph type="pic" sz="quarter" idx="18"/>
          </p:nvPr>
        </p:nvSpPr>
        <p:spPr>
          <a:xfrm>
            <a:off x="6152729" y="0"/>
            <a:ext cx="5670466" cy="3409950"/>
          </a:xfrm>
        </p:spPr>
        <p:txBody>
          <a:bodyPr/>
          <a:lstStyle/>
          <a:p>
            <a:endParaRPr lang="en-SG"/>
          </a:p>
        </p:txBody>
      </p:sp>
      <p:sp>
        <p:nvSpPr>
          <p:cNvPr id="10" name="Picture Placeholder 8"/>
          <p:cNvSpPr>
            <a:spLocks noGrp="1"/>
          </p:cNvSpPr>
          <p:nvPr>
            <p:ph type="pic" sz="quarter" idx="11"/>
          </p:nvPr>
        </p:nvSpPr>
        <p:spPr>
          <a:xfrm>
            <a:off x="342900" y="3414061"/>
            <a:ext cx="5670466" cy="3443941"/>
          </a:xfrm>
        </p:spPr>
        <p:txBody>
          <a:bodyPr/>
          <a:lstStyle/>
          <a:p>
            <a:endParaRPr lang="en-SG"/>
          </a:p>
        </p:txBody>
      </p:sp>
      <p:sp>
        <p:nvSpPr>
          <p:cNvPr id="15" name="Text Placeholder 4"/>
          <p:cNvSpPr>
            <a:spLocks noGrp="1"/>
          </p:cNvSpPr>
          <p:nvPr>
            <p:ph type="body" sz="quarter" idx="16" hasCustomPrompt="1"/>
          </p:nvPr>
        </p:nvSpPr>
        <p:spPr>
          <a:xfrm>
            <a:off x="609179" y="3674954"/>
            <a:ext cx="1457747" cy="1450615"/>
          </a:xfrm>
          <a:noFill/>
          <a:ln w="101600">
            <a:solidFill>
              <a:srgbClr val="FFC000"/>
            </a:solidFill>
            <a:miter lim="800000"/>
          </a:ln>
        </p:spPr>
        <p:txBody>
          <a:bodyPr lIns="108000" tIns="108000" rIns="108000" bIns="108000">
            <a:normAutofit/>
          </a:bodyPr>
          <a:lstStyle>
            <a:lvl1pPr marL="0" indent="0">
              <a:buNone/>
              <a:defRPr sz="2200" b="1" spc="-150">
                <a:solidFill>
                  <a:srgbClr val="FFC000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1pPr>
          </a:lstStyle>
          <a:p>
            <a:pPr lvl="0"/>
            <a:r>
              <a:rPr lang="en-US"/>
              <a:t>Project Name</a:t>
            </a:r>
          </a:p>
        </p:txBody>
      </p:sp>
      <p:sp>
        <p:nvSpPr>
          <p:cNvPr id="20" name="Picture Placeholder 8"/>
          <p:cNvSpPr>
            <a:spLocks noGrp="1"/>
          </p:cNvSpPr>
          <p:nvPr>
            <p:ph type="pic" sz="quarter" idx="19"/>
          </p:nvPr>
        </p:nvSpPr>
        <p:spPr>
          <a:xfrm>
            <a:off x="6152729" y="3414061"/>
            <a:ext cx="5670466" cy="3443941"/>
          </a:xfrm>
        </p:spPr>
        <p:txBody>
          <a:bodyPr/>
          <a:lstStyle/>
          <a:p>
            <a:endParaRPr lang="en-SG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0"/>
          </p:nvPr>
        </p:nvSpPr>
        <p:spPr>
          <a:xfrm>
            <a:off x="342900" y="1"/>
            <a:ext cx="5670466" cy="3409949"/>
          </a:xfrm>
        </p:spPr>
        <p:txBody>
          <a:bodyPr/>
          <a:lstStyle/>
          <a:p>
            <a:endParaRPr lang="en-SG"/>
          </a:p>
        </p:txBody>
      </p:sp>
      <p:sp>
        <p:nvSpPr>
          <p:cNvPr id="13" name="Text Placeholder 4"/>
          <p:cNvSpPr>
            <a:spLocks noGrp="1"/>
          </p:cNvSpPr>
          <p:nvPr>
            <p:ph type="body" sz="quarter" idx="14" hasCustomPrompt="1"/>
          </p:nvPr>
        </p:nvSpPr>
        <p:spPr>
          <a:xfrm>
            <a:off x="609180" y="293091"/>
            <a:ext cx="1457746" cy="1450614"/>
          </a:xfrm>
          <a:noFill/>
          <a:ln w="101600">
            <a:solidFill>
              <a:srgbClr val="FF0000"/>
            </a:solidFill>
            <a:miter lim="800000"/>
          </a:ln>
        </p:spPr>
        <p:txBody>
          <a:bodyPr lIns="108000" tIns="108000" rIns="108000" bIns="108000">
            <a:normAutofit/>
          </a:bodyPr>
          <a:lstStyle>
            <a:lvl1pPr marL="0" indent="0">
              <a:buNone/>
              <a:defRPr sz="2200" b="1" spc="-150">
                <a:solidFill>
                  <a:srgbClr val="FF0000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1pPr>
          </a:lstStyle>
          <a:p>
            <a:pPr lvl="0"/>
            <a:r>
              <a:rPr lang="en-US"/>
              <a:t>Project Name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6429868" y="301679"/>
            <a:ext cx="1457748" cy="1450616"/>
          </a:xfrm>
          <a:noFill/>
          <a:ln w="101600">
            <a:solidFill>
              <a:srgbClr val="023F88"/>
            </a:solidFill>
            <a:miter lim="800000"/>
          </a:ln>
        </p:spPr>
        <p:txBody>
          <a:bodyPr lIns="108000" tIns="108000" rIns="108000" bIns="108000">
            <a:normAutofit/>
          </a:bodyPr>
          <a:lstStyle>
            <a:lvl1pPr marL="0" indent="0">
              <a:buNone/>
              <a:defRPr sz="2200" b="1" spc="-150">
                <a:solidFill>
                  <a:srgbClr val="023F88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1pPr>
          </a:lstStyle>
          <a:p>
            <a:pPr lvl="0"/>
            <a:r>
              <a:rPr lang="en-US"/>
              <a:t>Project Name</a:t>
            </a:r>
          </a:p>
        </p:txBody>
      </p:sp>
      <p:sp>
        <p:nvSpPr>
          <p:cNvPr id="16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6429868" y="3674953"/>
            <a:ext cx="1457748" cy="1450616"/>
          </a:xfrm>
          <a:noFill/>
          <a:ln w="101600">
            <a:solidFill>
              <a:srgbClr val="92D050"/>
            </a:solidFill>
            <a:miter lim="800000"/>
          </a:ln>
        </p:spPr>
        <p:txBody>
          <a:bodyPr lIns="108000" tIns="108000" rIns="108000" bIns="108000">
            <a:normAutofit/>
          </a:bodyPr>
          <a:lstStyle>
            <a:lvl1pPr marL="0" indent="0">
              <a:buNone/>
              <a:defRPr sz="2200" b="1" spc="-150">
                <a:solidFill>
                  <a:srgbClr val="92D050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1pPr>
          </a:lstStyle>
          <a:p>
            <a:pPr lvl="0"/>
            <a:r>
              <a:rPr lang="en-US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382798219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0"/>
          </p:nvPr>
        </p:nvSpPr>
        <p:spPr>
          <a:xfrm>
            <a:off x="0" y="-1"/>
            <a:ext cx="6134990" cy="3390181"/>
          </a:xfrm>
        </p:spPr>
        <p:txBody>
          <a:bodyPr/>
          <a:lstStyle/>
          <a:p>
            <a:endParaRPr lang="en-SG"/>
          </a:p>
        </p:txBody>
      </p:sp>
      <p:sp>
        <p:nvSpPr>
          <p:cNvPr id="8" name="Picture Placeholder 6"/>
          <p:cNvSpPr>
            <a:spLocks noGrp="1"/>
          </p:cNvSpPr>
          <p:nvPr>
            <p:ph type="pic" sz="quarter" idx="11"/>
          </p:nvPr>
        </p:nvSpPr>
        <p:spPr>
          <a:xfrm>
            <a:off x="6134990" y="0"/>
            <a:ext cx="6057010" cy="3390180"/>
          </a:xfrm>
        </p:spPr>
        <p:txBody>
          <a:bodyPr/>
          <a:lstStyle/>
          <a:p>
            <a:endParaRPr lang="en-SG"/>
          </a:p>
        </p:txBody>
      </p:sp>
      <p:sp>
        <p:nvSpPr>
          <p:cNvPr id="9" name="Picture Placeholder 6"/>
          <p:cNvSpPr>
            <a:spLocks noGrp="1"/>
          </p:cNvSpPr>
          <p:nvPr>
            <p:ph type="pic" sz="quarter" idx="12"/>
          </p:nvPr>
        </p:nvSpPr>
        <p:spPr>
          <a:xfrm>
            <a:off x="0" y="3390181"/>
            <a:ext cx="6134990" cy="3467819"/>
          </a:xfrm>
        </p:spPr>
        <p:txBody>
          <a:bodyPr/>
          <a:lstStyle/>
          <a:p>
            <a:endParaRPr lang="en-SG"/>
          </a:p>
        </p:txBody>
      </p:sp>
      <p:sp>
        <p:nvSpPr>
          <p:cNvPr id="10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6134990" y="3390182"/>
            <a:ext cx="6057010" cy="3467818"/>
          </a:xfrm>
        </p:spPr>
        <p:txBody>
          <a:bodyPr/>
          <a:lstStyle/>
          <a:p>
            <a:endParaRPr lang="en-SG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6" hasCustomPrompt="1"/>
          </p:nvPr>
        </p:nvSpPr>
        <p:spPr>
          <a:xfrm>
            <a:off x="290002" y="3674953"/>
            <a:ext cx="1457747" cy="1450615"/>
          </a:xfrm>
          <a:noFill/>
          <a:ln w="101600">
            <a:solidFill>
              <a:srgbClr val="FFC000"/>
            </a:solidFill>
            <a:miter lim="800000"/>
          </a:ln>
        </p:spPr>
        <p:txBody>
          <a:bodyPr lIns="108000" tIns="108000" rIns="108000" bIns="108000">
            <a:normAutofit/>
          </a:bodyPr>
          <a:lstStyle>
            <a:lvl1pPr marL="0" indent="0">
              <a:buNone/>
              <a:defRPr sz="2200" b="1" spc="-150">
                <a:solidFill>
                  <a:srgbClr val="FFC000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1pPr>
          </a:lstStyle>
          <a:p>
            <a:pPr lvl="0"/>
            <a:r>
              <a:rPr lang="en-US"/>
              <a:t>Project Name</a:t>
            </a:r>
          </a:p>
        </p:txBody>
      </p:sp>
      <p:sp>
        <p:nvSpPr>
          <p:cNvPr id="12" name="Text Placeholder 4"/>
          <p:cNvSpPr>
            <a:spLocks noGrp="1"/>
          </p:cNvSpPr>
          <p:nvPr>
            <p:ph type="body" sz="quarter" idx="14" hasCustomPrompt="1"/>
          </p:nvPr>
        </p:nvSpPr>
        <p:spPr>
          <a:xfrm>
            <a:off x="290003" y="293090"/>
            <a:ext cx="1457746" cy="1450614"/>
          </a:xfrm>
          <a:noFill/>
          <a:ln w="101600">
            <a:solidFill>
              <a:srgbClr val="FF0000"/>
            </a:solidFill>
            <a:miter lim="800000"/>
          </a:ln>
        </p:spPr>
        <p:txBody>
          <a:bodyPr lIns="108000" tIns="108000" rIns="108000" bIns="108000">
            <a:normAutofit/>
          </a:bodyPr>
          <a:lstStyle>
            <a:lvl1pPr marL="0" indent="0">
              <a:buNone/>
              <a:defRPr sz="2200" b="1" spc="-150">
                <a:solidFill>
                  <a:srgbClr val="FF0000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1pPr>
          </a:lstStyle>
          <a:p>
            <a:pPr lvl="0"/>
            <a:r>
              <a:rPr lang="en-US"/>
              <a:t>Project Name</a:t>
            </a:r>
          </a:p>
        </p:txBody>
      </p:sp>
      <p:sp>
        <p:nvSpPr>
          <p:cNvPr id="13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6429868" y="301679"/>
            <a:ext cx="1457748" cy="1450616"/>
          </a:xfrm>
          <a:noFill/>
          <a:ln w="101600">
            <a:solidFill>
              <a:srgbClr val="023F88"/>
            </a:solidFill>
            <a:miter lim="800000"/>
          </a:ln>
        </p:spPr>
        <p:txBody>
          <a:bodyPr lIns="108000" tIns="108000" rIns="108000" bIns="108000">
            <a:normAutofit/>
          </a:bodyPr>
          <a:lstStyle>
            <a:lvl1pPr marL="0" indent="0">
              <a:buNone/>
              <a:defRPr sz="2200" b="1" spc="-150">
                <a:solidFill>
                  <a:srgbClr val="023F88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1pPr>
          </a:lstStyle>
          <a:p>
            <a:pPr lvl="0"/>
            <a:r>
              <a:rPr lang="en-US"/>
              <a:t>Project Name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6429868" y="3674953"/>
            <a:ext cx="1457748" cy="1450616"/>
          </a:xfrm>
          <a:noFill/>
          <a:ln w="101600">
            <a:solidFill>
              <a:srgbClr val="92D050"/>
            </a:solidFill>
            <a:miter lim="800000"/>
          </a:ln>
        </p:spPr>
        <p:txBody>
          <a:bodyPr lIns="108000" tIns="108000" rIns="108000" bIns="108000">
            <a:normAutofit/>
          </a:bodyPr>
          <a:lstStyle>
            <a:lvl1pPr marL="0" indent="0">
              <a:buNone/>
              <a:defRPr sz="2200" b="1" spc="-150">
                <a:solidFill>
                  <a:srgbClr val="92D050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1pPr>
          </a:lstStyle>
          <a:p>
            <a:pPr lvl="0"/>
            <a:r>
              <a:rPr lang="en-US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257241336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Project (6x6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13"/>
          <p:cNvSpPr>
            <a:spLocks noGrp="1"/>
          </p:cNvSpPr>
          <p:nvPr>
            <p:ph type="pic" sz="quarter" idx="37"/>
          </p:nvPr>
        </p:nvSpPr>
        <p:spPr>
          <a:xfrm>
            <a:off x="258017" y="1173436"/>
            <a:ext cx="3695498" cy="2101014"/>
          </a:xfrm>
          <a:solidFill>
            <a:schemeClr val="bg1">
              <a:lumMod val="95000"/>
            </a:schemeClr>
          </a:solidFill>
          <a:effectLst/>
        </p:spPr>
        <p:txBody>
          <a:bodyPr rtlCol="0">
            <a:normAutofit/>
          </a:bodyPr>
          <a:lstStyle>
            <a:lvl1pPr marL="0" indent="0">
              <a:buNone/>
              <a:defRPr sz="1200">
                <a:ln>
                  <a:noFill/>
                </a:ln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pPr lvl="0"/>
            <a:endParaRPr lang="en-US" noProof="0"/>
          </a:p>
        </p:txBody>
      </p:sp>
      <p:sp>
        <p:nvSpPr>
          <p:cNvPr id="10" name="Picture Placeholder 13"/>
          <p:cNvSpPr>
            <a:spLocks noGrp="1"/>
          </p:cNvSpPr>
          <p:nvPr>
            <p:ph type="pic" sz="quarter" idx="38"/>
          </p:nvPr>
        </p:nvSpPr>
        <p:spPr>
          <a:xfrm>
            <a:off x="4277927" y="1173436"/>
            <a:ext cx="3695498" cy="2101014"/>
          </a:xfrm>
          <a:solidFill>
            <a:schemeClr val="bg1">
              <a:lumMod val="95000"/>
            </a:schemeClr>
          </a:solidFill>
          <a:effectLst/>
        </p:spPr>
        <p:txBody>
          <a:bodyPr rtlCol="0">
            <a:normAutofit/>
          </a:bodyPr>
          <a:lstStyle>
            <a:lvl1pPr marL="0" indent="0">
              <a:buNone/>
              <a:defRPr sz="1200">
                <a:ln>
                  <a:noFill/>
                </a:ln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pPr lvl="0"/>
            <a:endParaRPr lang="en-US" noProof="0"/>
          </a:p>
        </p:txBody>
      </p:sp>
      <p:sp>
        <p:nvSpPr>
          <p:cNvPr id="11" name="Picture Placeholder 13"/>
          <p:cNvSpPr>
            <a:spLocks noGrp="1"/>
          </p:cNvSpPr>
          <p:nvPr>
            <p:ph type="pic" sz="quarter" idx="39"/>
          </p:nvPr>
        </p:nvSpPr>
        <p:spPr>
          <a:xfrm>
            <a:off x="8297837" y="1173436"/>
            <a:ext cx="3695498" cy="2102924"/>
          </a:xfrm>
          <a:solidFill>
            <a:schemeClr val="bg1">
              <a:lumMod val="95000"/>
            </a:schemeClr>
          </a:solidFill>
          <a:effectLst/>
        </p:spPr>
        <p:txBody>
          <a:bodyPr rtlCol="0">
            <a:normAutofit/>
          </a:bodyPr>
          <a:lstStyle>
            <a:lvl1pPr marL="0" indent="0">
              <a:buNone/>
              <a:defRPr sz="1200">
                <a:ln>
                  <a:noFill/>
                </a:ln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pPr lvl="0"/>
            <a:endParaRPr lang="en-US" noProof="0"/>
          </a:p>
        </p:txBody>
      </p:sp>
      <p:sp>
        <p:nvSpPr>
          <p:cNvPr id="12" name="Picture Placeholder 13"/>
          <p:cNvSpPr>
            <a:spLocks noGrp="1"/>
          </p:cNvSpPr>
          <p:nvPr>
            <p:ph type="pic" sz="quarter" idx="40"/>
          </p:nvPr>
        </p:nvSpPr>
        <p:spPr>
          <a:xfrm>
            <a:off x="258017" y="4011526"/>
            <a:ext cx="3695498" cy="2078722"/>
          </a:xfrm>
          <a:solidFill>
            <a:schemeClr val="bg1">
              <a:lumMod val="95000"/>
            </a:schemeClr>
          </a:solidFill>
          <a:effectLst/>
        </p:spPr>
        <p:txBody>
          <a:bodyPr rtlCol="0">
            <a:normAutofit/>
          </a:bodyPr>
          <a:lstStyle>
            <a:lvl1pPr marL="0" indent="0">
              <a:buNone/>
              <a:defRPr sz="1200">
                <a:ln>
                  <a:noFill/>
                </a:ln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pPr lvl="0"/>
            <a:endParaRPr lang="en-US" noProof="0"/>
          </a:p>
        </p:txBody>
      </p:sp>
      <p:sp>
        <p:nvSpPr>
          <p:cNvPr id="13" name="Picture Placeholder 13"/>
          <p:cNvSpPr>
            <a:spLocks noGrp="1"/>
          </p:cNvSpPr>
          <p:nvPr>
            <p:ph type="pic" sz="quarter" idx="41"/>
          </p:nvPr>
        </p:nvSpPr>
        <p:spPr>
          <a:xfrm>
            <a:off x="4277927" y="4011526"/>
            <a:ext cx="3695498" cy="2078722"/>
          </a:xfrm>
          <a:solidFill>
            <a:schemeClr val="bg1">
              <a:lumMod val="95000"/>
            </a:schemeClr>
          </a:solidFill>
          <a:effectLst/>
        </p:spPr>
        <p:txBody>
          <a:bodyPr rtlCol="0">
            <a:normAutofit/>
          </a:bodyPr>
          <a:lstStyle>
            <a:lvl1pPr marL="0" indent="0">
              <a:buNone/>
              <a:defRPr sz="1200">
                <a:ln>
                  <a:noFill/>
                </a:ln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pPr lvl="0"/>
            <a:endParaRPr lang="en-US" noProof="0"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42"/>
          </p:nvPr>
        </p:nvSpPr>
        <p:spPr>
          <a:xfrm>
            <a:off x="8297837" y="4011526"/>
            <a:ext cx="3695498" cy="2078722"/>
          </a:xfrm>
          <a:solidFill>
            <a:schemeClr val="bg1">
              <a:lumMod val="95000"/>
            </a:schemeClr>
          </a:solidFill>
          <a:effectLst/>
        </p:spPr>
        <p:txBody>
          <a:bodyPr rtlCol="0">
            <a:normAutofit/>
          </a:bodyPr>
          <a:lstStyle>
            <a:lvl1pPr marL="0" indent="0">
              <a:buNone/>
              <a:defRPr sz="1200">
                <a:ln>
                  <a:noFill/>
                </a:ln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pPr lvl="0"/>
            <a:endParaRPr lang="en-US" noProof="0"/>
          </a:p>
        </p:txBody>
      </p:sp>
      <p:sp>
        <p:nvSpPr>
          <p:cNvPr id="40" name="TextBox 39"/>
          <p:cNvSpPr txBox="1"/>
          <p:nvPr userDrawn="1"/>
        </p:nvSpPr>
        <p:spPr>
          <a:xfrm>
            <a:off x="262175" y="5722665"/>
            <a:ext cx="3695498" cy="261610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endParaRPr lang="en-SG" sz="1100">
              <a:solidFill>
                <a:schemeClr val="bg1"/>
              </a:solidFill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42" name="TextBox 41"/>
          <p:cNvSpPr txBox="1"/>
          <p:nvPr userDrawn="1"/>
        </p:nvSpPr>
        <p:spPr>
          <a:xfrm>
            <a:off x="253859" y="3513138"/>
            <a:ext cx="3695498" cy="261610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endParaRPr lang="en-SG" sz="1100">
              <a:solidFill>
                <a:schemeClr val="tx1"/>
              </a:solidFill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44" name="TextBox 43"/>
          <p:cNvSpPr txBox="1"/>
          <p:nvPr userDrawn="1"/>
        </p:nvSpPr>
        <p:spPr>
          <a:xfrm>
            <a:off x="4268225" y="3513138"/>
            <a:ext cx="3695498" cy="261610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endParaRPr lang="en-SG" sz="1100">
              <a:solidFill>
                <a:schemeClr val="bg1"/>
              </a:solidFill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46" name="TextBox 45"/>
          <p:cNvSpPr txBox="1"/>
          <p:nvPr userDrawn="1"/>
        </p:nvSpPr>
        <p:spPr>
          <a:xfrm>
            <a:off x="4265453" y="3513138"/>
            <a:ext cx="3695498" cy="261610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endParaRPr lang="en-SG" sz="1100">
              <a:solidFill>
                <a:schemeClr val="tx1"/>
              </a:solidFill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47" name="Text Placeholder 28"/>
          <p:cNvSpPr>
            <a:spLocks noGrp="1"/>
          </p:cNvSpPr>
          <p:nvPr>
            <p:ph type="body" sz="quarter" idx="50" hasCustomPrompt="1"/>
          </p:nvPr>
        </p:nvSpPr>
        <p:spPr>
          <a:xfrm>
            <a:off x="4265453" y="3514398"/>
            <a:ext cx="3694112" cy="260350"/>
          </a:xfrm>
          <a:noFill/>
        </p:spPr>
        <p:txBody>
          <a:bodyPr>
            <a:noAutofit/>
          </a:bodyPr>
          <a:lstStyle>
            <a:lvl1pPr marL="0" indent="0">
              <a:buNone/>
              <a:defRPr sz="1100">
                <a:solidFill>
                  <a:schemeClr val="tx1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1pPr>
            <a:lvl2pPr marL="457200" indent="0">
              <a:buNone/>
              <a:defRPr sz="1100">
                <a:solidFill>
                  <a:schemeClr val="bg1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2pPr>
            <a:lvl3pPr marL="914400" indent="0">
              <a:buNone/>
              <a:defRPr sz="1100">
                <a:solidFill>
                  <a:schemeClr val="bg1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3pPr>
            <a:lvl4pPr marL="1371600" indent="0">
              <a:buNone/>
              <a:defRPr sz="1100">
                <a:solidFill>
                  <a:schemeClr val="bg1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4pPr>
            <a:lvl5pPr marL="1828800" indent="0">
              <a:buNone/>
              <a:defRPr sz="1100">
                <a:solidFill>
                  <a:schemeClr val="bg1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5pPr>
          </a:lstStyle>
          <a:p>
            <a:pPr lvl="0"/>
            <a:r>
              <a:rPr lang="en-US"/>
              <a:t>Services Provided</a:t>
            </a:r>
            <a:endParaRPr lang="en-SG"/>
          </a:p>
        </p:txBody>
      </p:sp>
      <p:sp>
        <p:nvSpPr>
          <p:cNvPr id="48" name="TextBox 47"/>
          <p:cNvSpPr txBox="1"/>
          <p:nvPr userDrawn="1"/>
        </p:nvSpPr>
        <p:spPr>
          <a:xfrm>
            <a:off x="8301995" y="3513138"/>
            <a:ext cx="3695498" cy="261610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endParaRPr lang="en-SG" sz="1100">
              <a:solidFill>
                <a:schemeClr val="tx1"/>
              </a:solidFill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49" name="Text Placeholder 28"/>
          <p:cNvSpPr>
            <a:spLocks noGrp="1"/>
          </p:cNvSpPr>
          <p:nvPr>
            <p:ph type="body" sz="quarter" idx="51" hasCustomPrompt="1"/>
          </p:nvPr>
        </p:nvSpPr>
        <p:spPr>
          <a:xfrm>
            <a:off x="8301995" y="3514398"/>
            <a:ext cx="3694112" cy="260350"/>
          </a:xfrm>
          <a:noFill/>
        </p:spPr>
        <p:txBody>
          <a:bodyPr>
            <a:noAutofit/>
          </a:bodyPr>
          <a:lstStyle>
            <a:lvl1pPr marL="0" indent="0">
              <a:buNone/>
              <a:defRPr sz="1100">
                <a:solidFill>
                  <a:schemeClr val="tx1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1pPr>
            <a:lvl2pPr marL="457200" indent="0">
              <a:buNone/>
              <a:defRPr sz="1100">
                <a:solidFill>
                  <a:schemeClr val="bg1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2pPr>
            <a:lvl3pPr marL="914400" indent="0">
              <a:buNone/>
              <a:defRPr sz="1100">
                <a:solidFill>
                  <a:schemeClr val="bg1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3pPr>
            <a:lvl4pPr marL="1371600" indent="0">
              <a:buNone/>
              <a:defRPr sz="1100">
                <a:solidFill>
                  <a:schemeClr val="bg1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4pPr>
            <a:lvl5pPr marL="1828800" indent="0">
              <a:buNone/>
              <a:defRPr sz="1100">
                <a:solidFill>
                  <a:schemeClr val="bg1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5pPr>
          </a:lstStyle>
          <a:p>
            <a:pPr lvl="0"/>
            <a:r>
              <a:rPr lang="en-US"/>
              <a:t>Services Provided</a:t>
            </a:r>
            <a:endParaRPr lang="en-SG"/>
          </a:p>
        </p:txBody>
      </p:sp>
      <p:sp>
        <p:nvSpPr>
          <p:cNvPr id="50" name="TextBox 49"/>
          <p:cNvSpPr txBox="1"/>
          <p:nvPr userDrawn="1"/>
        </p:nvSpPr>
        <p:spPr>
          <a:xfrm>
            <a:off x="8301995" y="6355991"/>
            <a:ext cx="3695498" cy="261610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endParaRPr lang="en-SG" sz="1100">
              <a:solidFill>
                <a:schemeClr val="tx1"/>
              </a:solidFill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51" name="Text Placeholder 28"/>
          <p:cNvSpPr>
            <a:spLocks noGrp="1"/>
          </p:cNvSpPr>
          <p:nvPr>
            <p:ph type="body" sz="quarter" idx="52" hasCustomPrompt="1"/>
          </p:nvPr>
        </p:nvSpPr>
        <p:spPr>
          <a:xfrm>
            <a:off x="8301995" y="6357251"/>
            <a:ext cx="3694112" cy="260350"/>
          </a:xfrm>
          <a:noFill/>
        </p:spPr>
        <p:txBody>
          <a:bodyPr>
            <a:noAutofit/>
          </a:bodyPr>
          <a:lstStyle>
            <a:lvl1pPr marL="0" indent="0">
              <a:buNone/>
              <a:defRPr sz="1100">
                <a:solidFill>
                  <a:schemeClr val="tx1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1pPr>
            <a:lvl2pPr marL="457200" indent="0">
              <a:buNone/>
              <a:defRPr sz="1100">
                <a:solidFill>
                  <a:schemeClr val="bg1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2pPr>
            <a:lvl3pPr marL="914400" indent="0">
              <a:buNone/>
              <a:defRPr sz="1100">
                <a:solidFill>
                  <a:schemeClr val="bg1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3pPr>
            <a:lvl4pPr marL="1371600" indent="0">
              <a:buNone/>
              <a:defRPr sz="1100">
                <a:solidFill>
                  <a:schemeClr val="bg1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4pPr>
            <a:lvl5pPr marL="1828800" indent="0">
              <a:buNone/>
              <a:defRPr sz="1100">
                <a:solidFill>
                  <a:schemeClr val="bg1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5pPr>
          </a:lstStyle>
          <a:p>
            <a:pPr lvl="0"/>
            <a:r>
              <a:rPr lang="en-US"/>
              <a:t>Services Provided</a:t>
            </a:r>
            <a:endParaRPr lang="en-SG"/>
          </a:p>
        </p:txBody>
      </p:sp>
      <p:sp>
        <p:nvSpPr>
          <p:cNvPr id="52" name="TextBox 51"/>
          <p:cNvSpPr txBox="1"/>
          <p:nvPr userDrawn="1"/>
        </p:nvSpPr>
        <p:spPr>
          <a:xfrm>
            <a:off x="4264067" y="6355991"/>
            <a:ext cx="3695498" cy="261610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endParaRPr lang="en-SG" sz="1100">
              <a:solidFill>
                <a:schemeClr val="tx1"/>
              </a:solidFill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53" name="Text Placeholder 28"/>
          <p:cNvSpPr>
            <a:spLocks noGrp="1"/>
          </p:cNvSpPr>
          <p:nvPr>
            <p:ph type="body" sz="quarter" idx="53" hasCustomPrompt="1"/>
          </p:nvPr>
        </p:nvSpPr>
        <p:spPr>
          <a:xfrm>
            <a:off x="4264067" y="6357251"/>
            <a:ext cx="3694112" cy="260350"/>
          </a:xfrm>
          <a:noFill/>
        </p:spPr>
        <p:txBody>
          <a:bodyPr>
            <a:noAutofit/>
          </a:bodyPr>
          <a:lstStyle>
            <a:lvl1pPr marL="0" indent="0">
              <a:buNone/>
              <a:defRPr sz="1100">
                <a:solidFill>
                  <a:schemeClr val="tx1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1pPr>
            <a:lvl2pPr marL="457200" indent="0">
              <a:buNone/>
              <a:defRPr sz="1100">
                <a:solidFill>
                  <a:schemeClr val="bg1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2pPr>
            <a:lvl3pPr marL="914400" indent="0">
              <a:buNone/>
              <a:defRPr sz="1100">
                <a:solidFill>
                  <a:schemeClr val="bg1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3pPr>
            <a:lvl4pPr marL="1371600" indent="0">
              <a:buNone/>
              <a:defRPr sz="1100">
                <a:solidFill>
                  <a:schemeClr val="bg1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4pPr>
            <a:lvl5pPr marL="1828800" indent="0">
              <a:buNone/>
              <a:defRPr sz="1100">
                <a:solidFill>
                  <a:schemeClr val="bg1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5pPr>
          </a:lstStyle>
          <a:p>
            <a:pPr lvl="0"/>
            <a:r>
              <a:rPr lang="en-US"/>
              <a:t>Services Provided</a:t>
            </a:r>
            <a:endParaRPr lang="en-SG"/>
          </a:p>
        </p:txBody>
      </p:sp>
      <p:sp>
        <p:nvSpPr>
          <p:cNvPr id="54" name="TextBox 53"/>
          <p:cNvSpPr txBox="1"/>
          <p:nvPr userDrawn="1"/>
        </p:nvSpPr>
        <p:spPr>
          <a:xfrm>
            <a:off x="253166" y="6355991"/>
            <a:ext cx="3695498" cy="261610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endParaRPr lang="en-SG" sz="1100">
              <a:solidFill>
                <a:schemeClr val="tx1"/>
              </a:solidFill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55" name="Text Placeholder 28"/>
          <p:cNvSpPr>
            <a:spLocks noGrp="1"/>
          </p:cNvSpPr>
          <p:nvPr>
            <p:ph type="body" sz="quarter" idx="54" hasCustomPrompt="1"/>
          </p:nvPr>
        </p:nvSpPr>
        <p:spPr>
          <a:xfrm>
            <a:off x="253166" y="6357251"/>
            <a:ext cx="3694112" cy="260350"/>
          </a:xfrm>
          <a:noFill/>
        </p:spPr>
        <p:txBody>
          <a:bodyPr lIns="0">
            <a:noAutofit/>
          </a:bodyPr>
          <a:lstStyle>
            <a:lvl1pPr marL="0" indent="0">
              <a:buNone/>
              <a:defRPr sz="1100">
                <a:solidFill>
                  <a:schemeClr val="tx1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1pPr>
            <a:lvl2pPr marL="457200" indent="0">
              <a:buNone/>
              <a:defRPr sz="1100">
                <a:solidFill>
                  <a:schemeClr val="bg1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2pPr>
            <a:lvl3pPr marL="914400" indent="0">
              <a:buNone/>
              <a:defRPr sz="1100">
                <a:solidFill>
                  <a:schemeClr val="bg1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3pPr>
            <a:lvl4pPr marL="1371600" indent="0">
              <a:buNone/>
              <a:defRPr sz="1100">
                <a:solidFill>
                  <a:schemeClr val="bg1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4pPr>
            <a:lvl5pPr marL="1828800" indent="0">
              <a:buNone/>
              <a:defRPr sz="1100">
                <a:solidFill>
                  <a:schemeClr val="bg1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5pPr>
          </a:lstStyle>
          <a:p>
            <a:pPr lvl="0"/>
            <a:r>
              <a:rPr lang="en-US"/>
              <a:t>Services Provided</a:t>
            </a:r>
            <a:endParaRPr lang="en-SG"/>
          </a:p>
        </p:txBody>
      </p:sp>
      <p:sp>
        <p:nvSpPr>
          <p:cNvPr id="32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57163"/>
            <a:ext cx="12191999" cy="528637"/>
          </a:xfrm>
        </p:spPr>
        <p:txBody>
          <a:bodyPr>
            <a:noAutofit/>
          </a:bodyPr>
          <a:lstStyle>
            <a:lvl1pPr marL="0" indent="0" algn="ctr">
              <a:buNone/>
              <a:defRPr sz="3600" b="1">
                <a:solidFill>
                  <a:srgbClr val="023F88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1pPr>
            <a:lvl2pPr>
              <a:defRPr sz="4000" b="1">
                <a:solidFill>
                  <a:srgbClr val="023F88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2pPr>
            <a:lvl3pPr>
              <a:defRPr sz="4000" b="1">
                <a:solidFill>
                  <a:srgbClr val="023F88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3pPr>
            <a:lvl4pPr>
              <a:defRPr sz="4000" b="1">
                <a:solidFill>
                  <a:srgbClr val="023F88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4pPr>
            <a:lvl5pPr>
              <a:defRPr sz="4000" b="1">
                <a:solidFill>
                  <a:srgbClr val="023F88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5pPr>
          </a:lstStyle>
          <a:p>
            <a:pPr lvl="0"/>
            <a:r>
              <a:rPr lang="en-US"/>
              <a:t>TITLE</a:t>
            </a:r>
            <a:endParaRPr lang="en-SG"/>
          </a:p>
        </p:txBody>
      </p:sp>
      <p:sp>
        <p:nvSpPr>
          <p:cNvPr id="34" name="Rectangle 33"/>
          <p:cNvSpPr/>
          <p:nvPr userDrawn="1"/>
        </p:nvSpPr>
        <p:spPr>
          <a:xfrm>
            <a:off x="5487836" y="775119"/>
            <a:ext cx="1216325" cy="6901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6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-2" y="875464"/>
            <a:ext cx="12192000" cy="295275"/>
          </a:xfrm>
        </p:spPr>
        <p:txBody>
          <a:bodyPr>
            <a:noAutofit/>
          </a:bodyPr>
          <a:lstStyle>
            <a:lvl1pPr marL="0" indent="0" algn="ctr">
              <a:buNone/>
              <a:defRPr sz="1400" b="1" spc="300">
                <a:solidFill>
                  <a:schemeClr val="tx1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1pPr>
            <a:lvl2pPr>
              <a:defRPr sz="1200">
                <a:latin typeface="Gisha" panose="020B0502040204020203" pitchFamily="34" charset="-79"/>
                <a:cs typeface="Gisha" panose="020B0502040204020203" pitchFamily="34" charset="-79"/>
              </a:defRPr>
            </a:lvl2pPr>
            <a:lvl3pPr>
              <a:defRPr sz="1200">
                <a:latin typeface="Gisha" panose="020B0502040204020203" pitchFamily="34" charset="-79"/>
                <a:cs typeface="Gisha" panose="020B0502040204020203" pitchFamily="34" charset="-79"/>
              </a:defRPr>
            </a:lvl3pPr>
            <a:lvl4pPr>
              <a:defRPr sz="1200">
                <a:latin typeface="Gisha" panose="020B0502040204020203" pitchFamily="34" charset="-79"/>
                <a:cs typeface="Gisha" panose="020B0502040204020203" pitchFamily="34" charset="-79"/>
              </a:defRPr>
            </a:lvl4pPr>
            <a:lvl5pPr>
              <a:defRPr sz="1200">
                <a:latin typeface="Gisha" panose="020B0502040204020203" pitchFamily="34" charset="-79"/>
                <a:cs typeface="Gisha" panose="020B0502040204020203" pitchFamily="34" charset="-79"/>
              </a:defRPr>
            </a:lvl5pPr>
          </a:lstStyle>
          <a:p>
            <a:pPr lvl="0"/>
            <a:r>
              <a:rPr lang="en-US"/>
              <a:t>SUBTITLE</a:t>
            </a:r>
            <a:endParaRPr lang="en-SG"/>
          </a:p>
        </p:txBody>
      </p:sp>
      <p:sp>
        <p:nvSpPr>
          <p:cNvPr id="29" name="Text Placeholder 28"/>
          <p:cNvSpPr>
            <a:spLocks noGrp="1"/>
          </p:cNvSpPr>
          <p:nvPr>
            <p:ph type="body" sz="quarter" idx="43" hasCustomPrompt="1"/>
          </p:nvPr>
        </p:nvSpPr>
        <p:spPr>
          <a:xfrm>
            <a:off x="258017" y="3253418"/>
            <a:ext cx="3694112" cy="260350"/>
          </a:xfrm>
          <a:solidFill>
            <a:srgbClr val="002060"/>
          </a:solidFill>
        </p:spPr>
        <p:txBody>
          <a:bodyPr>
            <a:noAutofit/>
          </a:bodyPr>
          <a:lstStyle>
            <a:lvl1pPr marL="0" indent="0">
              <a:buNone/>
              <a:defRPr sz="1100">
                <a:solidFill>
                  <a:schemeClr val="bg1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1pPr>
            <a:lvl2pPr marL="457200" indent="0">
              <a:buNone/>
              <a:defRPr sz="1100">
                <a:solidFill>
                  <a:schemeClr val="bg1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2pPr>
            <a:lvl3pPr marL="914400" indent="0">
              <a:buNone/>
              <a:defRPr sz="1100">
                <a:solidFill>
                  <a:schemeClr val="bg1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3pPr>
            <a:lvl4pPr marL="1371600" indent="0">
              <a:buNone/>
              <a:defRPr sz="1100">
                <a:solidFill>
                  <a:schemeClr val="bg1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4pPr>
            <a:lvl5pPr marL="1828800" indent="0">
              <a:buNone/>
              <a:defRPr sz="1100">
                <a:solidFill>
                  <a:schemeClr val="bg1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5pPr>
          </a:lstStyle>
          <a:p>
            <a:pPr lvl="0"/>
            <a:r>
              <a:rPr lang="en-US"/>
              <a:t>Name of Project</a:t>
            </a:r>
            <a:endParaRPr lang="en-SG"/>
          </a:p>
        </p:txBody>
      </p:sp>
      <p:sp>
        <p:nvSpPr>
          <p:cNvPr id="33" name="Text Placeholder 28"/>
          <p:cNvSpPr>
            <a:spLocks noGrp="1"/>
          </p:cNvSpPr>
          <p:nvPr>
            <p:ph type="body" sz="quarter" idx="44" hasCustomPrompt="1"/>
          </p:nvPr>
        </p:nvSpPr>
        <p:spPr>
          <a:xfrm>
            <a:off x="4273076" y="3257227"/>
            <a:ext cx="3700349" cy="260350"/>
          </a:xfrm>
          <a:solidFill>
            <a:srgbClr val="FF0000"/>
          </a:solidFill>
        </p:spPr>
        <p:txBody>
          <a:bodyPr>
            <a:noAutofit/>
          </a:bodyPr>
          <a:lstStyle>
            <a:lvl1pPr marL="0" indent="0">
              <a:buNone/>
              <a:defRPr sz="1100">
                <a:solidFill>
                  <a:schemeClr val="bg1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1pPr>
            <a:lvl2pPr marL="457200" indent="0">
              <a:buNone/>
              <a:defRPr sz="1100">
                <a:solidFill>
                  <a:schemeClr val="bg1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2pPr>
            <a:lvl3pPr marL="914400" indent="0">
              <a:buNone/>
              <a:defRPr sz="1100">
                <a:solidFill>
                  <a:schemeClr val="bg1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3pPr>
            <a:lvl4pPr marL="1371600" indent="0">
              <a:buNone/>
              <a:defRPr sz="1100">
                <a:solidFill>
                  <a:schemeClr val="bg1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4pPr>
            <a:lvl5pPr marL="1828800" indent="0">
              <a:buNone/>
              <a:defRPr sz="1100">
                <a:solidFill>
                  <a:schemeClr val="bg1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5pPr>
          </a:lstStyle>
          <a:p>
            <a:pPr lvl="0"/>
            <a:r>
              <a:rPr lang="en-US"/>
              <a:t>Name of Project</a:t>
            </a:r>
            <a:endParaRPr lang="en-SG"/>
          </a:p>
        </p:txBody>
      </p:sp>
      <p:sp>
        <p:nvSpPr>
          <p:cNvPr id="35" name="Text Placeholder 28"/>
          <p:cNvSpPr>
            <a:spLocks noGrp="1"/>
          </p:cNvSpPr>
          <p:nvPr>
            <p:ph type="body" sz="quarter" idx="45" hasCustomPrompt="1"/>
          </p:nvPr>
        </p:nvSpPr>
        <p:spPr>
          <a:xfrm>
            <a:off x="8301995" y="3276360"/>
            <a:ext cx="3694112" cy="260350"/>
          </a:xfrm>
          <a:solidFill>
            <a:srgbClr val="FFC000"/>
          </a:solidFill>
        </p:spPr>
        <p:txBody>
          <a:bodyPr lIns="90000">
            <a:noAutofit/>
          </a:bodyPr>
          <a:lstStyle>
            <a:lvl1pPr marL="0" indent="0">
              <a:buNone/>
              <a:defRPr sz="1100">
                <a:solidFill>
                  <a:schemeClr val="bg1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1pPr>
            <a:lvl2pPr marL="457200" indent="0">
              <a:buNone/>
              <a:defRPr sz="1100">
                <a:solidFill>
                  <a:schemeClr val="bg1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2pPr>
            <a:lvl3pPr marL="914400" indent="0">
              <a:buNone/>
              <a:defRPr sz="1100">
                <a:solidFill>
                  <a:schemeClr val="bg1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3pPr>
            <a:lvl4pPr marL="1371600" indent="0">
              <a:buNone/>
              <a:defRPr sz="1100">
                <a:solidFill>
                  <a:schemeClr val="bg1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4pPr>
            <a:lvl5pPr marL="1828800" indent="0">
              <a:buNone/>
              <a:defRPr sz="1100">
                <a:solidFill>
                  <a:schemeClr val="bg1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5pPr>
          </a:lstStyle>
          <a:p>
            <a:pPr lvl="0"/>
            <a:r>
              <a:rPr lang="en-US"/>
              <a:t>Name of Project</a:t>
            </a:r>
            <a:endParaRPr lang="en-SG"/>
          </a:p>
        </p:txBody>
      </p:sp>
      <p:sp>
        <p:nvSpPr>
          <p:cNvPr id="37" name="Text Placeholder 28"/>
          <p:cNvSpPr>
            <a:spLocks noGrp="1"/>
          </p:cNvSpPr>
          <p:nvPr>
            <p:ph type="body" sz="quarter" idx="46" hasCustomPrompt="1"/>
          </p:nvPr>
        </p:nvSpPr>
        <p:spPr>
          <a:xfrm>
            <a:off x="8293679" y="6090248"/>
            <a:ext cx="3694112" cy="260350"/>
          </a:xfrm>
          <a:solidFill>
            <a:schemeClr val="accent1">
              <a:lumMod val="50000"/>
            </a:schemeClr>
          </a:solidFill>
        </p:spPr>
        <p:txBody>
          <a:bodyPr>
            <a:noAutofit/>
          </a:bodyPr>
          <a:lstStyle>
            <a:lvl1pPr marL="0" indent="0">
              <a:buNone/>
              <a:defRPr sz="1100">
                <a:solidFill>
                  <a:schemeClr val="bg1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1pPr>
            <a:lvl2pPr marL="457200" indent="0">
              <a:buNone/>
              <a:defRPr sz="1100">
                <a:solidFill>
                  <a:schemeClr val="bg1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2pPr>
            <a:lvl3pPr marL="914400" indent="0">
              <a:buNone/>
              <a:defRPr sz="1100">
                <a:solidFill>
                  <a:schemeClr val="bg1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3pPr>
            <a:lvl4pPr marL="1371600" indent="0">
              <a:buNone/>
              <a:defRPr sz="1100">
                <a:solidFill>
                  <a:schemeClr val="bg1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4pPr>
            <a:lvl5pPr marL="1828800" indent="0">
              <a:buNone/>
              <a:defRPr sz="1100">
                <a:solidFill>
                  <a:schemeClr val="bg1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5pPr>
          </a:lstStyle>
          <a:p>
            <a:pPr lvl="0"/>
            <a:r>
              <a:rPr lang="en-US"/>
              <a:t>Name of Project</a:t>
            </a:r>
            <a:endParaRPr lang="en-SG"/>
          </a:p>
        </p:txBody>
      </p:sp>
      <p:sp>
        <p:nvSpPr>
          <p:cNvPr id="39" name="Text Placeholder 28"/>
          <p:cNvSpPr>
            <a:spLocks noGrp="1"/>
          </p:cNvSpPr>
          <p:nvPr>
            <p:ph type="body" sz="quarter" idx="47" hasCustomPrompt="1"/>
          </p:nvPr>
        </p:nvSpPr>
        <p:spPr>
          <a:xfrm>
            <a:off x="4273769" y="6090247"/>
            <a:ext cx="3694112" cy="267003"/>
          </a:xfrm>
          <a:solidFill>
            <a:srgbClr val="0070C0"/>
          </a:solidFill>
        </p:spPr>
        <p:txBody>
          <a:bodyPr>
            <a:noAutofit/>
          </a:bodyPr>
          <a:lstStyle>
            <a:lvl1pPr marL="0" indent="0">
              <a:buNone/>
              <a:defRPr sz="1100">
                <a:solidFill>
                  <a:schemeClr val="bg1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1pPr>
            <a:lvl2pPr marL="457200" indent="0">
              <a:buNone/>
              <a:defRPr sz="1100">
                <a:solidFill>
                  <a:schemeClr val="bg1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2pPr>
            <a:lvl3pPr marL="914400" indent="0">
              <a:buNone/>
              <a:defRPr sz="1100">
                <a:solidFill>
                  <a:schemeClr val="bg1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3pPr>
            <a:lvl4pPr marL="1371600" indent="0">
              <a:buNone/>
              <a:defRPr sz="1100">
                <a:solidFill>
                  <a:schemeClr val="bg1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4pPr>
            <a:lvl5pPr marL="1828800" indent="0">
              <a:buNone/>
              <a:defRPr sz="1100">
                <a:solidFill>
                  <a:schemeClr val="bg1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5pPr>
          </a:lstStyle>
          <a:p>
            <a:pPr lvl="0"/>
            <a:r>
              <a:rPr lang="en-US"/>
              <a:t>Name of Project</a:t>
            </a:r>
            <a:endParaRPr lang="en-SG"/>
          </a:p>
        </p:txBody>
      </p:sp>
      <p:sp>
        <p:nvSpPr>
          <p:cNvPr id="41" name="Text Placeholder 28"/>
          <p:cNvSpPr>
            <a:spLocks noGrp="1"/>
          </p:cNvSpPr>
          <p:nvPr>
            <p:ph type="body" sz="quarter" idx="48" hasCustomPrompt="1"/>
          </p:nvPr>
        </p:nvSpPr>
        <p:spPr>
          <a:xfrm>
            <a:off x="253166" y="6090248"/>
            <a:ext cx="3704507" cy="260350"/>
          </a:xfrm>
          <a:solidFill>
            <a:srgbClr val="92D050"/>
          </a:solidFill>
        </p:spPr>
        <p:txBody>
          <a:bodyPr>
            <a:noAutofit/>
          </a:bodyPr>
          <a:lstStyle>
            <a:lvl1pPr marL="0" indent="0">
              <a:buNone/>
              <a:defRPr sz="1100">
                <a:solidFill>
                  <a:schemeClr val="bg1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1pPr>
            <a:lvl2pPr marL="457200" indent="0">
              <a:buNone/>
              <a:defRPr sz="1100">
                <a:solidFill>
                  <a:schemeClr val="bg1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2pPr>
            <a:lvl3pPr marL="914400" indent="0">
              <a:buNone/>
              <a:defRPr sz="1100">
                <a:solidFill>
                  <a:schemeClr val="bg1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3pPr>
            <a:lvl4pPr marL="1371600" indent="0">
              <a:buNone/>
              <a:defRPr sz="1100">
                <a:solidFill>
                  <a:schemeClr val="bg1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4pPr>
            <a:lvl5pPr marL="1828800" indent="0">
              <a:buNone/>
              <a:defRPr sz="1100">
                <a:solidFill>
                  <a:schemeClr val="bg1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5pPr>
          </a:lstStyle>
          <a:p>
            <a:pPr lvl="0"/>
            <a:r>
              <a:rPr lang="en-US"/>
              <a:t>Name of Project</a:t>
            </a:r>
            <a:endParaRPr lang="en-SG"/>
          </a:p>
        </p:txBody>
      </p:sp>
      <p:sp>
        <p:nvSpPr>
          <p:cNvPr id="45" name="TextBox 44"/>
          <p:cNvSpPr txBox="1"/>
          <p:nvPr userDrawn="1"/>
        </p:nvSpPr>
        <p:spPr>
          <a:xfrm>
            <a:off x="263561" y="3513138"/>
            <a:ext cx="3695498" cy="261610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endParaRPr lang="en-SG" sz="1100">
              <a:solidFill>
                <a:schemeClr val="tx1"/>
              </a:solidFill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56" name="Text Placeholder 28"/>
          <p:cNvSpPr>
            <a:spLocks noGrp="1"/>
          </p:cNvSpPr>
          <p:nvPr>
            <p:ph type="body" sz="quarter" idx="55" hasCustomPrompt="1"/>
          </p:nvPr>
        </p:nvSpPr>
        <p:spPr>
          <a:xfrm>
            <a:off x="263561" y="3514398"/>
            <a:ext cx="3694112" cy="260350"/>
          </a:xfrm>
          <a:noFill/>
        </p:spPr>
        <p:txBody>
          <a:bodyPr>
            <a:noAutofit/>
          </a:bodyPr>
          <a:lstStyle>
            <a:lvl1pPr marL="0" indent="0">
              <a:buNone/>
              <a:defRPr sz="1100">
                <a:solidFill>
                  <a:schemeClr val="tx1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1pPr>
            <a:lvl2pPr marL="457200" indent="0">
              <a:buNone/>
              <a:defRPr sz="1100">
                <a:solidFill>
                  <a:schemeClr val="bg1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2pPr>
            <a:lvl3pPr marL="914400" indent="0">
              <a:buNone/>
              <a:defRPr sz="1100">
                <a:solidFill>
                  <a:schemeClr val="bg1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3pPr>
            <a:lvl4pPr marL="1371600" indent="0">
              <a:buNone/>
              <a:defRPr sz="1100">
                <a:solidFill>
                  <a:schemeClr val="bg1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4pPr>
            <a:lvl5pPr marL="1828800" indent="0">
              <a:buNone/>
              <a:defRPr sz="1100">
                <a:solidFill>
                  <a:schemeClr val="bg1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5pPr>
          </a:lstStyle>
          <a:p>
            <a:pPr lvl="0"/>
            <a:r>
              <a:rPr lang="en-US"/>
              <a:t>Services Provided</a:t>
            </a:r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07221962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Project (12x1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13"/>
          <p:cNvSpPr>
            <a:spLocks noGrp="1"/>
          </p:cNvSpPr>
          <p:nvPr>
            <p:ph type="pic" sz="quarter" idx="37"/>
          </p:nvPr>
        </p:nvSpPr>
        <p:spPr>
          <a:xfrm>
            <a:off x="600978" y="1173436"/>
            <a:ext cx="1473799" cy="2101014"/>
          </a:xfrm>
          <a:solidFill>
            <a:schemeClr val="bg1">
              <a:lumMod val="95000"/>
            </a:schemeClr>
          </a:solidFill>
          <a:effectLst/>
        </p:spPr>
        <p:txBody>
          <a:bodyPr rtlCol="0">
            <a:normAutofit/>
          </a:bodyPr>
          <a:lstStyle>
            <a:lvl1pPr marL="0" indent="0">
              <a:buNone/>
              <a:defRPr sz="1200">
                <a:ln>
                  <a:noFill/>
                </a:ln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pPr lvl="0"/>
            <a:endParaRPr lang="en-US" noProof="0"/>
          </a:p>
        </p:txBody>
      </p:sp>
      <p:sp>
        <p:nvSpPr>
          <p:cNvPr id="40" name="TextBox 39"/>
          <p:cNvSpPr txBox="1"/>
          <p:nvPr userDrawn="1"/>
        </p:nvSpPr>
        <p:spPr>
          <a:xfrm>
            <a:off x="262175" y="5722665"/>
            <a:ext cx="3695498" cy="261610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endParaRPr lang="en-SG" sz="1100">
              <a:solidFill>
                <a:schemeClr val="bg1"/>
              </a:solidFill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42" name="TextBox 41"/>
          <p:cNvSpPr txBox="1"/>
          <p:nvPr userDrawn="1"/>
        </p:nvSpPr>
        <p:spPr>
          <a:xfrm>
            <a:off x="253859" y="3513138"/>
            <a:ext cx="1560500" cy="261610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endParaRPr lang="en-SG" sz="1100">
              <a:solidFill>
                <a:schemeClr val="tx1"/>
              </a:solidFill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44" name="TextBox 43"/>
          <p:cNvSpPr txBox="1"/>
          <p:nvPr userDrawn="1"/>
        </p:nvSpPr>
        <p:spPr>
          <a:xfrm>
            <a:off x="4268225" y="3513138"/>
            <a:ext cx="3695498" cy="261610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endParaRPr lang="en-SG" sz="1100">
              <a:solidFill>
                <a:schemeClr val="bg1"/>
              </a:solidFill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46" name="TextBox 45"/>
          <p:cNvSpPr txBox="1"/>
          <p:nvPr userDrawn="1"/>
        </p:nvSpPr>
        <p:spPr>
          <a:xfrm>
            <a:off x="4265453" y="3513138"/>
            <a:ext cx="3695498" cy="261610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endParaRPr lang="en-SG" sz="1100">
              <a:solidFill>
                <a:schemeClr val="tx1"/>
              </a:solidFill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48" name="TextBox 47"/>
          <p:cNvSpPr txBox="1"/>
          <p:nvPr userDrawn="1"/>
        </p:nvSpPr>
        <p:spPr>
          <a:xfrm>
            <a:off x="8301995" y="3513138"/>
            <a:ext cx="3695498" cy="261610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endParaRPr lang="en-SG" sz="1100">
              <a:solidFill>
                <a:schemeClr val="tx1"/>
              </a:solidFill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50" name="TextBox 49"/>
          <p:cNvSpPr txBox="1"/>
          <p:nvPr userDrawn="1"/>
        </p:nvSpPr>
        <p:spPr>
          <a:xfrm>
            <a:off x="8301995" y="6355991"/>
            <a:ext cx="3695498" cy="261610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endParaRPr lang="en-SG" sz="1100">
              <a:solidFill>
                <a:schemeClr val="tx1"/>
              </a:solidFill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32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57163"/>
            <a:ext cx="12191999" cy="528637"/>
          </a:xfrm>
        </p:spPr>
        <p:txBody>
          <a:bodyPr>
            <a:noAutofit/>
          </a:bodyPr>
          <a:lstStyle>
            <a:lvl1pPr marL="0" indent="0" algn="ctr">
              <a:buNone/>
              <a:defRPr sz="3600" b="1">
                <a:solidFill>
                  <a:srgbClr val="023F88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1pPr>
            <a:lvl2pPr>
              <a:defRPr sz="4000" b="1">
                <a:solidFill>
                  <a:srgbClr val="023F88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2pPr>
            <a:lvl3pPr>
              <a:defRPr sz="4000" b="1">
                <a:solidFill>
                  <a:srgbClr val="023F88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3pPr>
            <a:lvl4pPr>
              <a:defRPr sz="4000" b="1">
                <a:solidFill>
                  <a:srgbClr val="023F88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4pPr>
            <a:lvl5pPr>
              <a:defRPr sz="4000" b="1">
                <a:solidFill>
                  <a:srgbClr val="023F88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5pPr>
          </a:lstStyle>
          <a:p>
            <a:pPr lvl="0"/>
            <a:r>
              <a:rPr lang="en-US"/>
              <a:t>TITLE</a:t>
            </a:r>
            <a:endParaRPr lang="en-SG"/>
          </a:p>
        </p:txBody>
      </p:sp>
      <p:sp>
        <p:nvSpPr>
          <p:cNvPr id="34" name="Rectangle 33"/>
          <p:cNvSpPr/>
          <p:nvPr userDrawn="1"/>
        </p:nvSpPr>
        <p:spPr>
          <a:xfrm>
            <a:off x="5487836" y="775119"/>
            <a:ext cx="1216325" cy="6901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6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-2" y="875464"/>
            <a:ext cx="12192000" cy="295275"/>
          </a:xfrm>
        </p:spPr>
        <p:txBody>
          <a:bodyPr>
            <a:noAutofit/>
          </a:bodyPr>
          <a:lstStyle>
            <a:lvl1pPr marL="0" indent="0" algn="ctr">
              <a:buNone/>
              <a:defRPr sz="1050" b="1" spc="300">
                <a:solidFill>
                  <a:schemeClr val="accent3">
                    <a:lumMod val="50000"/>
                  </a:schemeClr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1pPr>
            <a:lvl2pPr>
              <a:defRPr sz="1200">
                <a:latin typeface="Gisha" panose="020B0502040204020203" pitchFamily="34" charset="-79"/>
                <a:cs typeface="Gisha" panose="020B0502040204020203" pitchFamily="34" charset="-79"/>
              </a:defRPr>
            </a:lvl2pPr>
            <a:lvl3pPr>
              <a:defRPr sz="1200">
                <a:latin typeface="Gisha" panose="020B0502040204020203" pitchFamily="34" charset="-79"/>
                <a:cs typeface="Gisha" panose="020B0502040204020203" pitchFamily="34" charset="-79"/>
              </a:defRPr>
            </a:lvl3pPr>
            <a:lvl4pPr>
              <a:defRPr sz="1200">
                <a:latin typeface="Gisha" panose="020B0502040204020203" pitchFamily="34" charset="-79"/>
                <a:cs typeface="Gisha" panose="020B0502040204020203" pitchFamily="34" charset="-79"/>
              </a:defRPr>
            </a:lvl4pPr>
            <a:lvl5pPr>
              <a:defRPr sz="1200">
                <a:latin typeface="Gisha" panose="020B0502040204020203" pitchFamily="34" charset="-79"/>
                <a:cs typeface="Gisha" panose="020B0502040204020203" pitchFamily="34" charset="-79"/>
              </a:defRPr>
            </a:lvl5pPr>
          </a:lstStyle>
          <a:p>
            <a:pPr lvl="0"/>
            <a:r>
              <a:rPr lang="en-US"/>
              <a:t>SUBTITLE</a:t>
            </a:r>
            <a:endParaRPr lang="en-SG"/>
          </a:p>
        </p:txBody>
      </p:sp>
      <p:sp>
        <p:nvSpPr>
          <p:cNvPr id="29" name="Text Placeholder 28"/>
          <p:cNvSpPr>
            <a:spLocks noGrp="1"/>
          </p:cNvSpPr>
          <p:nvPr>
            <p:ph type="body" sz="quarter" idx="43" hasCustomPrompt="1"/>
          </p:nvPr>
        </p:nvSpPr>
        <p:spPr>
          <a:xfrm>
            <a:off x="600978" y="3253418"/>
            <a:ext cx="1473246" cy="260350"/>
          </a:xfrm>
          <a:solidFill>
            <a:srgbClr val="002060"/>
          </a:solidFill>
        </p:spPr>
        <p:txBody>
          <a:bodyPr>
            <a:noAutofit/>
          </a:bodyPr>
          <a:lstStyle>
            <a:lvl1pPr marL="0" indent="0">
              <a:buNone/>
              <a:defRPr sz="1100">
                <a:solidFill>
                  <a:schemeClr val="bg1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1pPr>
            <a:lvl2pPr marL="457200" indent="0">
              <a:buNone/>
              <a:defRPr sz="1100">
                <a:solidFill>
                  <a:schemeClr val="bg1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2pPr>
            <a:lvl3pPr marL="914400" indent="0">
              <a:buNone/>
              <a:defRPr sz="1100">
                <a:solidFill>
                  <a:schemeClr val="bg1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3pPr>
            <a:lvl4pPr marL="1371600" indent="0">
              <a:buNone/>
              <a:defRPr sz="1100">
                <a:solidFill>
                  <a:schemeClr val="bg1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4pPr>
            <a:lvl5pPr marL="1828800" indent="0">
              <a:buNone/>
              <a:defRPr sz="1100">
                <a:solidFill>
                  <a:schemeClr val="bg1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5pPr>
          </a:lstStyle>
          <a:p>
            <a:pPr lvl="0"/>
            <a:r>
              <a:rPr lang="en-US"/>
              <a:t>Name of Project</a:t>
            </a:r>
            <a:endParaRPr lang="en-SG"/>
          </a:p>
        </p:txBody>
      </p:sp>
      <p:sp>
        <p:nvSpPr>
          <p:cNvPr id="45" name="TextBox 44"/>
          <p:cNvSpPr txBox="1"/>
          <p:nvPr userDrawn="1"/>
        </p:nvSpPr>
        <p:spPr>
          <a:xfrm>
            <a:off x="263561" y="3513138"/>
            <a:ext cx="1473799" cy="261610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endParaRPr lang="en-SG" sz="1100">
              <a:solidFill>
                <a:schemeClr val="tx1"/>
              </a:solidFill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56" name="Text Placeholder 28"/>
          <p:cNvSpPr>
            <a:spLocks noGrp="1"/>
          </p:cNvSpPr>
          <p:nvPr>
            <p:ph type="body" sz="quarter" idx="55" hasCustomPrompt="1"/>
          </p:nvPr>
        </p:nvSpPr>
        <p:spPr>
          <a:xfrm>
            <a:off x="606522" y="3486239"/>
            <a:ext cx="1474106" cy="288509"/>
          </a:xfrm>
          <a:noFill/>
        </p:spPr>
        <p:txBody>
          <a:bodyPr>
            <a:noAutofit/>
          </a:bodyPr>
          <a:lstStyle>
            <a:lvl1pPr marL="0" indent="0">
              <a:buNone/>
              <a:defRPr sz="1100">
                <a:solidFill>
                  <a:schemeClr val="tx1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1pPr>
            <a:lvl2pPr marL="457200" indent="0">
              <a:buNone/>
              <a:defRPr sz="1100">
                <a:solidFill>
                  <a:schemeClr val="bg1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2pPr>
            <a:lvl3pPr marL="914400" indent="0">
              <a:buNone/>
              <a:defRPr sz="1100">
                <a:solidFill>
                  <a:schemeClr val="bg1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3pPr>
            <a:lvl4pPr marL="1371600" indent="0">
              <a:buNone/>
              <a:defRPr sz="1100">
                <a:solidFill>
                  <a:schemeClr val="bg1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4pPr>
            <a:lvl5pPr marL="1828800" indent="0">
              <a:buNone/>
              <a:defRPr sz="1100">
                <a:solidFill>
                  <a:schemeClr val="bg1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5pPr>
          </a:lstStyle>
          <a:p>
            <a:pPr lvl="0"/>
            <a:r>
              <a:rPr lang="en-US"/>
              <a:t>Services Provided</a:t>
            </a:r>
            <a:endParaRPr lang="en-SG"/>
          </a:p>
        </p:txBody>
      </p:sp>
      <p:sp>
        <p:nvSpPr>
          <p:cNvPr id="43" name="Picture Placeholder 13"/>
          <p:cNvSpPr>
            <a:spLocks noGrp="1"/>
          </p:cNvSpPr>
          <p:nvPr>
            <p:ph type="pic" sz="quarter" idx="56"/>
          </p:nvPr>
        </p:nvSpPr>
        <p:spPr>
          <a:xfrm>
            <a:off x="2454790" y="1173436"/>
            <a:ext cx="1473799" cy="2101014"/>
          </a:xfrm>
          <a:solidFill>
            <a:schemeClr val="bg1">
              <a:lumMod val="95000"/>
            </a:schemeClr>
          </a:solidFill>
          <a:effectLst/>
        </p:spPr>
        <p:txBody>
          <a:bodyPr rtlCol="0">
            <a:normAutofit/>
          </a:bodyPr>
          <a:lstStyle>
            <a:lvl1pPr marL="0" indent="0">
              <a:buNone/>
              <a:defRPr sz="1200">
                <a:ln>
                  <a:noFill/>
                </a:ln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pPr lvl="0"/>
            <a:endParaRPr lang="en-US" noProof="0"/>
          </a:p>
        </p:txBody>
      </p:sp>
      <p:sp>
        <p:nvSpPr>
          <p:cNvPr id="57" name="Text Placeholder 28"/>
          <p:cNvSpPr>
            <a:spLocks noGrp="1"/>
          </p:cNvSpPr>
          <p:nvPr>
            <p:ph type="body" sz="quarter" idx="57" hasCustomPrompt="1"/>
          </p:nvPr>
        </p:nvSpPr>
        <p:spPr>
          <a:xfrm>
            <a:off x="2454790" y="3253418"/>
            <a:ext cx="1473246" cy="260350"/>
          </a:xfrm>
          <a:solidFill>
            <a:srgbClr val="FF0000"/>
          </a:solidFill>
        </p:spPr>
        <p:txBody>
          <a:bodyPr>
            <a:noAutofit/>
          </a:bodyPr>
          <a:lstStyle>
            <a:lvl1pPr marL="0" indent="0">
              <a:buNone/>
              <a:defRPr sz="1100">
                <a:solidFill>
                  <a:schemeClr val="bg1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1pPr>
            <a:lvl2pPr marL="457200" indent="0">
              <a:buNone/>
              <a:defRPr sz="1100">
                <a:solidFill>
                  <a:schemeClr val="bg1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2pPr>
            <a:lvl3pPr marL="914400" indent="0">
              <a:buNone/>
              <a:defRPr sz="1100">
                <a:solidFill>
                  <a:schemeClr val="bg1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3pPr>
            <a:lvl4pPr marL="1371600" indent="0">
              <a:buNone/>
              <a:defRPr sz="1100">
                <a:solidFill>
                  <a:schemeClr val="bg1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4pPr>
            <a:lvl5pPr marL="1828800" indent="0">
              <a:buNone/>
              <a:defRPr sz="1100">
                <a:solidFill>
                  <a:schemeClr val="bg1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5pPr>
          </a:lstStyle>
          <a:p>
            <a:pPr lvl="0"/>
            <a:r>
              <a:rPr lang="en-US"/>
              <a:t>Name of Project</a:t>
            </a:r>
            <a:endParaRPr lang="en-SG"/>
          </a:p>
        </p:txBody>
      </p:sp>
      <p:sp>
        <p:nvSpPr>
          <p:cNvPr id="58" name="TextBox 57"/>
          <p:cNvSpPr txBox="1"/>
          <p:nvPr userDrawn="1"/>
        </p:nvSpPr>
        <p:spPr>
          <a:xfrm>
            <a:off x="1995379" y="3513138"/>
            <a:ext cx="1473799" cy="261610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endParaRPr lang="en-SG" sz="1100">
              <a:solidFill>
                <a:schemeClr val="tx1"/>
              </a:solidFill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59" name="Picture Placeholder 13"/>
          <p:cNvSpPr>
            <a:spLocks noGrp="1"/>
          </p:cNvSpPr>
          <p:nvPr>
            <p:ph type="pic" sz="quarter" idx="58"/>
          </p:nvPr>
        </p:nvSpPr>
        <p:spPr>
          <a:xfrm>
            <a:off x="4364147" y="1179805"/>
            <a:ext cx="1473799" cy="2101014"/>
          </a:xfrm>
          <a:solidFill>
            <a:schemeClr val="bg1">
              <a:lumMod val="95000"/>
            </a:schemeClr>
          </a:solidFill>
          <a:effectLst/>
        </p:spPr>
        <p:txBody>
          <a:bodyPr rtlCol="0">
            <a:normAutofit/>
          </a:bodyPr>
          <a:lstStyle>
            <a:lvl1pPr marL="0" indent="0">
              <a:buNone/>
              <a:defRPr sz="1200">
                <a:ln>
                  <a:noFill/>
                </a:ln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pPr lvl="0"/>
            <a:endParaRPr lang="en-US" noProof="0"/>
          </a:p>
        </p:txBody>
      </p:sp>
      <p:sp>
        <p:nvSpPr>
          <p:cNvPr id="60" name="Text Placeholder 28"/>
          <p:cNvSpPr>
            <a:spLocks noGrp="1"/>
          </p:cNvSpPr>
          <p:nvPr>
            <p:ph type="body" sz="quarter" idx="59" hasCustomPrompt="1"/>
          </p:nvPr>
        </p:nvSpPr>
        <p:spPr>
          <a:xfrm>
            <a:off x="4364147" y="3259787"/>
            <a:ext cx="1473246" cy="260350"/>
          </a:xfrm>
          <a:solidFill>
            <a:srgbClr val="FFC000"/>
          </a:solidFill>
        </p:spPr>
        <p:txBody>
          <a:bodyPr>
            <a:noAutofit/>
          </a:bodyPr>
          <a:lstStyle>
            <a:lvl1pPr marL="0" indent="0">
              <a:buNone/>
              <a:defRPr sz="1100">
                <a:solidFill>
                  <a:schemeClr val="bg1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1pPr>
            <a:lvl2pPr marL="457200" indent="0">
              <a:buNone/>
              <a:defRPr sz="1100">
                <a:solidFill>
                  <a:schemeClr val="bg1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2pPr>
            <a:lvl3pPr marL="914400" indent="0">
              <a:buNone/>
              <a:defRPr sz="1100">
                <a:solidFill>
                  <a:schemeClr val="bg1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3pPr>
            <a:lvl4pPr marL="1371600" indent="0">
              <a:buNone/>
              <a:defRPr sz="1100">
                <a:solidFill>
                  <a:schemeClr val="bg1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4pPr>
            <a:lvl5pPr marL="1828800" indent="0">
              <a:buNone/>
              <a:defRPr sz="1100">
                <a:solidFill>
                  <a:schemeClr val="bg1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5pPr>
          </a:lstStyle>
          <a:p>
            <a:pPr lvl="0"/>
            <a:r>
              <a:rPr lang="en-US"/>
              <a:t>Name of Project</a:t>
            </a:r>
            <a:endParaRPr lang="en-SG"/>
          </a:p>
        </p:txBody>
      </p:sp>
      <p:sp>
        <p:nvSpPr>
          <p:cNvPr id="61" name="TextBox 60"/>
          <p:cNvSpPr txBox="1"/>
          <p:nvPr userDrawn="1"/>
        </p:nvSpPr>
        <p:spPr>
          <a:xfrm>
            <a:off x="3715249" y="3513138"/>
            <a:ext cx="1473799" cy="261610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endParaRPr lang="en-SG" sz="1100">
              <a:solidFill>
                <a:schemeClr val="tx1"/>
              </a:solidFill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62" name="Text Placeholder 28"/>
          <p:cNvSpPr>
            <a:spLocks noGrp="1"/>
          </p:cNvSpPr>
          <p:nvPr>
            <p:ph type="body" sz="quarter" idx="60" hasCustomPrompt="1"/>
          </p:nvPr>
        </p:nvSpPr>
        <p:spPr>
          <a:xfrm>
            <a:off x="2454790" y="3511228"/>
            <a:ext cx="1473246" cy="288509"/>
          </a:xfrm>
          <a:noFill/>
        </p:spPr>
        <p:txBody>
          <a:bodyPr>
            <a:noAutofit/>
          </a:bodyPr>
          <a:lstStyle>
            <a:lvl1pPr marL="0" indent="0">
              <a:buNone/>
              <a:defRPr sz="1100">
                <a:solidFill>
                  <a:schemeClr val="tx1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1pPr>
            <a:lvl2pPr marL="457200" indent="0">
              <a:buNone/>
              <a:defRPr sz="1100">
                <a:solidFill>
                  <a:schemeClr val="bg1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2pPr>
            <a:lvl3pPr marL="914400" indent="0">
              <a:buNone/>
              <a:defRPr sz="1100">
                <a:solidFill>
                  <a:schemeClr val="bg1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3pPr>
            <a:lvl4pPr marL="1371600" indent="0">
              <a:buNone/>
              <a:defRPr sz="1100">
                <a:solidFill>
                  <a:schemeClr val="bg1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4pPr>
            <a:lvl5pPr marL="1828800" indent="0">
              <a:buNone/>
              <a:defRPr sz="1100">
                <a:solidFill>
                  <a:schemeClr val="bg1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5pPr>
          </a:lstStyle>
          <a:p>
            <a:pPr lvl="0"/>
            <a:r>
              <a:rPr lang="en-US"/>
              <a:t>Services Provided</a:t>
            </a:r>
            <a:endParaRPr lang="en-SG"/>
          </a:p>
        </p:txBody>
      </p:sp>
      <p:sp>
        <p:nvSpPr>
          <p:cNvPr id="63" name="Picture Placeholder 13"/>
          <p:cNvSpPr>
            <a:spLocks noGrp="1"/>
          </p:cNvSpPr>
          <p:nvPr>
            <p:ph type="pic" sz="quarter" idx="61"/>
          </p:nvPr>
        </p:nvSpPr>
        <p:spPr>
          <a:xfrm>
            <a:off x="6250903" y="1198425"/>
            <a:ext cx="1473799" cy="2101014"/>
          </a:xfrm>
          <a:solidFill>
            <a:schemeClr val="bg1">
              <a:lumMod val="95000"/>
            </a:schemeClr>
          </a:solidFill>
          <a:effectLst/>
        </p:spPr>
        <p:txBody>
          <a:bodyPr rtlCol="0">
            <a:normAutofit/>
          </a:bodyPr>
          <a:lstStyle>
            <a:lvl1pPr marL="0" indent="0">
              <a:buNone/>
              <a:defRPr sz="1200">
                <a:ln>
                  <a:noFill/>
                </a:ln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pPr lvl="0"/>
            <a:endParaRPr lang="en-US" noProof="0"/>
          </a:p>
        </p:txBody>
      </p:sp>
      <p:sp>
        <p:nvSpPr>
          <p:cNvPr id="64" name="Text Placeholder 28"/>
          <p:cNvSpPr>
            <a:spLocks noGrp="1"/>
          </p:cNvSpPr>
          <p:nvPr>
            <p:ph type="body" sz="quarter" idx="62" hasCustomPrompt="1"/>
          </p:nvPr>
        </p:nvSpPr>
        <p:spPr>
          <a:xfrm>
            <a:off x="6250903" y="3278407"/>
            <a:ext cx="1473246" cy="260350"/>
          </a:xfrm>
          <a:solidFill>
            <a:srgbClr val="92D050"/>
          </a:solidFill>
        </p:spPr>
        <p:txBody>
          <a:bodyPr>
            <a:noAutofit/>
          </a:bodyPr>
          <a:lstStyle>
            <a:lvl1pPr marL="0" indent="0">
              <a:buNone/>
              <a:defRPr sz="1100">
                <a:solidFill>
                  <a:schemeClr val="bg1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1pPr>
            <a:lvl2pPr marL="457200" indent="0">
              <a:buNone/>
              <a:defRPr sz="1100">
                <a:solidFill>
                  <a:schemeClr val="bg1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2pPr>
            <a:lvl3pPr marL="914400" indent="0">
              <a:buNone/>
              <a:defRPr sz="1100">
                <a:solidFill>
                  <a:schemeClr val="bg1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3pPr>
            <a:lvl4pPr marL="1371600" indent="0">
              <a:buNone/>
              <a:defRPr sz="1100">
                <a:solidFill>
                  <a:schemeClr val="bg1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4pPr>
            <a:lvl5pPr marL="1828800" indent="0">
              <a:buNone/>
              <a:defRPr sz="1100">
                <a:solidFill>
                  <a:schemeClr val="bg1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5pPr>
          </a:lstStyle>
          <a:p>
            <a:pPr lvl="0"/>
            <a:r>
              <a:rPr lang="en-US"/>
              <a:t>Name of Project</a:t>
            </a:r>
            <a:endParaRPr lang="en-SG"/>
          </a:p>
        </p:txBody>
      </p:sp>
      <p:sp>
        <p:nvSpPr>
          <p:cNvPr id="65" name="TextBox 64"/>
          <p:cNvSpPr txBox="1"/>
          <p:nvPr userDrawn="1"/>
        </p:nvSpPr>
        <p:spPr>
          <a:xfrm>
            <a:off x="5441523" y="3538127"/>
            <a:ext cx="1473799" cy="261610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endParaRPr lang="en-SG" sz="1100">
              <a:solidFill>
                <a:schemeClr val="tx1"/>
              </a:solidFill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66" name="TextBox 65"/>
          <p:cNvSpPr txBox="1"/>
          <p:nvPr userDrawn="1"/>
        </p:nvSpPr>
        <p:spPr>
          <a:xfrm>
            <a:off x="3715556" y="3513138"/>
            <a:ext cx="1473799" cy="261610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endParaRPr lang="en-SG" sz="1100">
              <a:solidFill>
                <a:schemeClr val="tx1"/>
              </a:solidFill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67" name="Text Placeholder 28"/>
          <p:cNvSpPr>
            <a:spLocks noGrp="1"/>
          </p:cNvSpPr>
          <p:nvPr>
            <p:ph type="body" sz="quarter" idx="63" hasCustomPrompt="1"/>
          </p:nvPr>
        </p:nvSpPr>
        <p:spPr>
          <a:xfrm>
            <a:off x="4364454" y="3517597"/>
            <a:ext cx="1473246" cy="288509"/>
          </a:xfrm>
          <a:noFill/>
        </p:spPr>
        <p:txBody>
          <a:bodyPr>
            <a:noAutofit/>
          </a:bodyPr>
          <a:lstStyle>
            <a:lvl1pPr marL="0" indent="0">
              <a:buNone/>
              <a:defRPr sz="1100">
                <a:solidFill>
                  <a:schemeClr val="tx1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1pPr>
            <a:lvl2pPr marL="457200" indent="0">
              <a:buNone/>
              <a:defRPr sz="1100">
                <a:solidFill>
                  <a:schemeClr val="bg1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2pPr>
            <a:lvl3pPr marL="914400" indent="0">
              <a:buNone/>
              <a:defRPr sz="1100">
                <a:solidFill>
                  <a:schemeClr val="bg1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3pPr>
            <a:lvl4pPr marL="1371600" indent="0">
              <a:buNone/>
              <a:defRPr sz="1100">
                <a:solidFill>
                  <a:schemeClr val="bg1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4pPr>
            <a:lvl5pPr marL="1828800" indent="0">
              <a:buNone/>
              <a:defRPr sz="1100">
                <a:solidFill>
                  <a:schemeClr val="bg1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5pPr>
          </a:lstStyle>
          <a:p>
            <a:pPr lvl="0"/>
            <a:r>
              <a:rPr lang="en-US"/>
              <a:t>Services Provided</a:t>
            </a:r>
            <a:endParaRPr lang="en-SG"/>
          </a:p>
        </p:txBody>
      </p:sp>
      <p:sp>
        <p:nvSpPr>
          <p:cNvPr id="68" name="TextBox 67"/>
          <p:cNvSpPr txBox="1"/>
          <p:nvPr userDrawn="1"/>
        </p:nvSpPr>
        <p:spPr>
          <a:xfrm>
            <a:off x="5444295" y="3542577"/>
            <a:ext cx="1473799" cy="261610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endParaRPr lang="en-SG" sz="1100">
              <a:solidFill>
                <a:schemeClr val="tx1"/>
              </a:solidFill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69" name="Text Placeholder 28"/>
          <p:cNvSpPr>
            <a:spLocks noGrp="1"/>
          </p:cNvSpPr>
          <p:nvPr>
            <p:ph type="body" sz="quarter" idx="64" hasCustomPrompt="1"/>
          </p:nvPr>
        </p:nvSpPr>
        <p:spPr>
          <a:xfrm>
            <a:off x="6253675" y="3540667"/>
            <a:ext cx="1473246" cy="288509"/>
          </a:xfrm>
          <a:noFill/>
        </p:spPr>
        <p:txBody>
          <a:bodyPr>
            <a:noAutofit/>
          </a:bodyPr>
          <a:lstStyle>
            <a:lvl1pPr marL="0" indent="0">
              <a:buNone/>
              <a:defRPr sz="1100">
                <a:solidFill>
                  <a:schemeClr val="tx1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1pPr>
            <a:lvl2pPr marL="457200" indent="0">
              <a:buNone/>
              <a:defRPr sz="1100">
                <a:solidFill>
                  <a:schemeClr val="bg1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2pPr>
            <a:lvl3pPr marL="914400" indent="0">
              <a:buNone/>
              <a:defRPr sz="1100">
                <a:solidFill>
                  <a:schemeClr val="bg1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3pPr>
            <a:lvl4pPr marL="1371600" indent="0">
              <a:buNone/>
              <a:defRPr sz="1100">
                <a:solidFill>
                  <a:schemeClr val="bg1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4pPr>
            <a:lvl5pPr marL="1828800" indent="0">
              <a:buNone/>
              <a:defRPr sz="1100">
                <a:solidFill>
                  <a:schemeClr val="bg1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5pPr>
          </a:lstStyle>
          <a:p>
            <a:pPr lvl="0"/>
            <a:r>
              <a:rPr lang="en-US"/>
              <a:t>Services Provided</a:t>
            </a:r>
            <a:endParaRPr lang="en-SG"/>
          </a:p>
        </p:txBody>
      </p:sp>
      <p:sp>
        <p:nvSpPr>
          <p:cNvPr id="70" name="Picture Placeholder 13"/>
          <p:cNvSpPr>
            <a:spLocks noGrp="1"/>
          </p:cNvSpPr>
          <p:nvPr>
            <p:ph type="pic" sz="quarter" idx="65"/>
          </p:nvPr>
        </p:nvSpPr>
        <p:spPr>
          <a:xfrm>
            <a:off x="8110902" y="1198425"/>
            <a:ext cx="1473799" cy="2101014"/>
          </a:xfrm>
          <a:solidFill>
            <a:schemeClr val="bg1">
              <a:lumMod val="95000"/>
            </a:schemeClr>
          </a:solidFill>
          <a:effectLst/>
        </p:spPr>
        <p:txBody>
          <a:bodyPr rtlCol="0">
            <a:normAutofit/>
          </a:bodyPr>
          <a:lstStyle>
            <a:lvl1pPr marL="0" indent="0">
              <a:buNone/>
              <a:defRPr sz="1200">
                <a:ln>
                  <a:noFill/>
                </a:ln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pPr lvl="0"/>
            <a:endParaRPr lang="en-US" noProof="0"/>
          </a:p>
        </p:txBody>
      </p:sp>
      <p:sp>
        <p:nvSpPr>
          <p:cNvPr id="71" name="Text Placeholder 28"/>
          <p:cNvSpPr>
            <a:spLocks noGrp="1"/>
          </p:cNvSpPr>
          <p:nvPr>
            <p:ph type="body" sz="quarter" idx="66" hasCustomPrompt="1"/>
          </p:nvPr>
        </p:nvSpPr>
        <p:spPr>
          <a:xfrm>
            <a:off x="8110902" y="3278407"/>
            <a:ext cx="1473246" cy="260350"/>
          </a:xfrm>
          <a:solidFill>
            <a:srgbClr val="002060"/>
          </a:solidFill>
        </p:spPr>
        <p:txBody>
          <a:bodyPr>
            <a:noAutofit/>
          </a:bodyPr>
          <a:lstStyle>
            <a:lvl1pPr marL="0" indent="0">
              <a:buNone/>
              <a:defRPr sz="1100">
                <a:solidFill>
                  <a:schemeClr val="bg1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1pPr>
            <a:lvl2pPr marL="457200" indent="0">
              <a:buNone/>
              <a:defRPr sz="1100">
                <a:solidFill>
                  <a:schemeClr val="bg1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2pPr>
            <a:lvl3pPr marL="914400" indent="0">
              <a:buNone/>
              <a:defRPr sz="1100">
                <a:solidFill>
                  <a:schemeClr val="bg1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3pPr>
            <a:lvl4pPr marL="1371600" indent="0">
              <a:buNone/>
              <a:defRPr sz="1100">
                <a:solidFill>
                  <a:schemeClr val="bg1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4pPr>
            <a:lvl5pPr marL="1828800" indent="0">
              <a:buNone/>
              <a:defRPr sz="1100">
                <a:solidFill>
                  <a:schemeClr val="bg1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5pPr>
          </a:lstStyle>
          <a:p>
            <a:pPr lvl="0"/>
            <a:r>
              <a:rPr lang="en-US"/>
              <a:t>Name of Project</a:t>
            </a:r>
            <a:endParaRPr lang="en-SG"/>
          </a:p>
        </p:txBody>
      </p:sp>
      <p:sp>
        <p:nvSpPr>
          <p:cNvPr id="72" name="Text Placeholder 28"/>
          <p:cNvSpPr>
            <a:spLocks noGrp="1"/>
          </p:cNvSpPr>
          <p:nvPr>
            <p:ph type="body" sz="quarter" idx="67" hasCustomPrompt="1"/>
          </p:nvPr>
        </p:nvSpPr>
        <p:spPr>
          <a:xfrm>
            <a:off x="8113674" y="3540667"/>
            <a:ext cx="1473246" cy="288509"/>
          </a:xfrm>
          <a:noFill/>
        </p:spPr>
        <p:txBody>
          <a:bodyPr>
            <a:noAutofit/>
          </a:bodyPr>
          <a:lstStyle>
            <a:lvl1pPr marL="0" indent="0">
              <a:buNone/>
              <a:defRPr sz="1100">
                <a:solidFill>
                  <a:schemeClr val="tx1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1pPr>
            <a:lvl2pPr marL="457200" indent="0">
              <a:buNone/>
              <a:defRPr sz="1100">
                <a:solidFill>
                  <a:schemeClr val="bg1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2pPr>
            <a:lvl3pPr marL="914400" indent="0">
              <a:buNone/>
              <a:defRPr sz="1100">
                <a:solidFill>
                  <a:schemeClr val="bg1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3pPr>
            <a:lvl4pPr marL="1371600" indent="0">
              <a:buNone/>
              <a:defRPr sz="1100">
                <a:solidFill>
                  <a:schemeClr val="bg1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4pPr>
            <a:lvl5pPr marL="1828800" indent="0">
              <a:buNone/>
              <a:defRPr sz="1100">
                <a:solidFill>
                  <a:schemeClr val="bg1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5pPr>
          </a:lstStyle>
          <a:p>
            <a:pPr lvl="0"/>
            <a:r>
              <a:rPr lang="en-US"/>
              <a:t>Services Provided</a:t>
            </a:r>
            <a:endParaRPr lang="en-SG"/>
          </a:p>
        </p:txBody>
      </p:sp>
      <p:sp>
        <p:nvSpPr>
          <p:cNvPr id="73" name="Picture Placeholder 13"/>
          <p:cNvSpPr>
            <a:spLocks noGrp="1"/>
          </p:cNvSpPr>
          <p:nvPr>
            <p:ph type="pic" sz="quarter" idx="68"/>
          </p:nvPr>
        </p:nvSpPr>
        <p:spPr>
          <a:xfrm>
            <a:off x="10054474" y="1198425"/>
            <a:ext cx="1473799" cy="2101014"/>
          </a:xfrm>
          <a:solidFill>
            <a:schemeClr val="bg1">
              <a:lumMod val="95000"/>
            </a:schemeClr>
          </a:solidFill>
          <a:effectLst/>
        </p:spPr>
        <p:txBody>
          <a:bodyPr rtlCol="0">
            <a:normAutofit/>
          </a:bodyPr>
          <a:lstStyle>
            <a:lvl1pPr marL="0" indent="0">
              <a:buNone/>
              <a:defRPr sz="1200">
                <a:ln>
                  <a:noFill/>
                </a:ln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pPr lvl="0"/>
            <a:endParaRPr lang="en-US" noProof="0"/>
          </a:p>
        </p:txBody>
      </p:sp>
      <p:sp>
        <p:nvSpPr>
          <p:cNvPr id="74" name="Text Placeholder 28"/>
          <p:cNvSpPr>
            <a:spLocks noGrp="1"/>
          </p:cNvSpPr>
          <p:nvPr>
            <p:ph type="body" sz="quarter" idx="69" hasCustomPrompt="1"/>
          </p:nvPr>
        </p:nvSpPr>
        <p:spPr>
          <a:xfrm>
            <a:off x="10054474" y="3278407"/>
            <a:ext cx="1473246" cy="260350"/>
          </a:xfrm>
          <a:solidFill>
            <a:srgbClr val="FF0000"/>
          </a:solidFill>
        </p:spPr>
        <p:txBody>
          <a:bodyPr>
            <a:noAutofit/>
          </a:bodyPr>
          <a:lstStyle>
            <a:lvl1pPr marL="0" indent="0">
              <a:buNone/>
              <a:defRPr sz="1100">
                <a:solidFill>
                  <a:schemeClr val="bg1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1pPr>
            <a:lvl2pPr marL="457200" indent="0">
              <a:buNone/>
              <a:defRPr sz="1100">
                <a:solidFill>
                  <a:schemeClr val="bg1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2pPr>
            <a:lvl3pPr marL="914400" indent="0">
              <a:buNone/>
              <a:defRPr sz="1100">
                <a:solidFill>
                  <a:schemeClr val="bg1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3pPr>
            <a:lvl4pPr marL="1371600" indent="0">
              <a:buNone/>
              <a:defRPr sz="1100">
                <a:solidFill>
                  <a:schemeClr val="bg1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4pPr>
            <a:lvl5pPr marL="1828800" indent="0">
              <a:buNone/>
              <a:defRPr sz="1100">
                <a:solidFill>
                  <a:schemeClr val="bg1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5pPr>
          </a:lstStyle>
          <a:p>
            <a:pPr lvl="0"/>
            <a:r>
              <a:rPr lang="en-US"/>
              <a:t>Name of Project</a:t>
            </a:r>
            <a:endParaRPr lang="en-SG"/>
          </a:p>
        </p:txBody>
      </p:sp>
      <p:sp>
        <p:nvSpPr>
          <p:cNvPr id="75" name="Text Placeholder 28"/>
          <p:cNvSpPr>
            <a:spLocks noGrp="1"/>
          </p:cNvSpPr>
          <p:nvPr>
            <p:ph type="body" sz="quarter" idx="70" hasCustomPrompt="1"/>
          </p:nvPr>
        </p:nvSpPr>
        <p:spPr>
          <a:xfrm>
            <a:off x="10057246" y="3540667"/>
            <a:ext cx="1473246" cy="288509"/>
          </a:xfrm>
          <a:noFill/>
        </p:spPr>
        <p:txBody>
          <a:bodyPr>
            <a:noAutofit/>
          </a:bodyPr>
          <a:lstStyle>
            <a:lvl1pPr marL="0" indent="0">
              <a:buNone/>
              <a:defRPr sz="1100">
                <a:solidFill>
                  <a:schemeClr val="tx1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1pPr>
            <a:lvl2pPr marL="457200" indent="0">
              <a:buNone/>
              <a:defRPr sz="1100">
                <a:solidFill>
                  <a:schemeClr val="bg1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2pPr>
            <a:lvl3pPr marL="914400" indent="0">
              <a:buNone/>
              <a:defRPr sz="1100">
                <a:solidFill>
                  <a:schemeClr val="bg1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3pPr>
            <a:lvl4pPr marL="1371600" indent="0">
              <a:buNone/>
              <a:defRPr sz="1100">
                <a:solidFill>
                  <a:schemeClr val="bg1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4pPr>
            <a:lvl5pPr marL="1828800" indent="0">
              <a:buNone/>
              <a:defRPr sz="1100">
                <a:solidFill>
                  <a:schemeClr val="bg1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5pPr>
          </a:lstStyle>
          <a:p>
            <a:pPr lvl="0"/>
            <a:r>
              <a:rPr lang="en-US"/>
              <a:t>Services Provided</a:t>
            </a:r>
            <a:endParaRPr lang="en-SG"/>
          </a:p>
        </p:txBody>
      </p:sp>
      <p:sp>
        <p:nvSpPr>
          <p:cNvPr id="76" name="Picture Placeholder 13"/>
          <p:cNvSpPr>
            <a:spLocks noGrp="1"/>
          </p:cNvSpPr>
          <p:nvPr>
            <p:ph type="pic" sz="quarter" idx="71"/>
          </p:nvPr>
        </p:nvSpPr>
        <p:spPr>
          <a:xfrm>
            <a:off x="609294" y="4053088"/>
            <a:ext cx="1473799" cy="2101014"/>
          </a:xfrm>
          <a:solidFill>
            <a:schemeClr val="bg1">
              <a:lumMod val="95000"/>
            </a:schemeClr>
          </a:solidFill>
          <a:effectLst/>
        </p:spPr>
        <p:txBody>
          <a:bodyPr rtlCol="0">
            <a:normAutofit/>
          </a:bodyPr>
          <a:lstStyle>
            <a:lvl1pPr marL="0" indent="0">
              <a:buNone/>
              <a:defRPr sz="1200">
                <a:ln>
                  <a:noFill/>
                </a:ln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pPr lvl="0"/>
            <a:endParaRPr lang="en-US" noProof="0"/>
          </a:p>
        </p:txBody>
      </p:sp>
      <p:sp>
        <p:nvSpPr>
          <p:cNvPr id="77" name="TextBox 76"/>
          <p:cNvSpPr txBox="1"/>
          <p:nvPr userDrawn="1"/>
        </p:nvSpPr>
        <p:spPr>
          <a:xfrm>
            <a:off x="262175" y="6392790"/>
            <a:ext cx="1560500" cy="261610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endParaRPr lang="en-SG" sz="1100">
              <a:solidFill>
                <a:schemeClr val="tx1"/>
              </a:solidFill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78" name="TextBox 77"/>
          <p:cNvSpPr txBox="1"/>
          <p:nvPr userDrawn="1"/>
        </p:nvSpPr>
        <p:spPr>
          <a:xfrm>
            <a:off x="4276541" y="6392790"/>
            <a:ext cx="3695498" cy="261610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endParaRPr lang="en-SG" sz="1100">
              <a:solidFill>
                <a:schemeClr val="bg1"/>
              </a:solidFill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79" name="TextBox 78"/>
          <p:cNvSpPr txBox="1"/>
          <p:nvPr userDrawn="1"/>
        </p:nvSpPr>
        <p:spPr>
          <a:xfrm>
            <a:off x="4273769" y="6392790"/>
            <a:ext cx="3695498" cy="261610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endParaRPr lang="en-SG" sz="1100">
              <a:solidFill>
                <a:schemeClr val="tx1"/>
              </a:solidFill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80" name="TextBox 79"/>
          <p:cNvSpPr txBox="1"/>
          <p:nvPr userDrawn="1"/>
        </p:nvSpPr>
        <p:spPr>
          <a:xfrm>
            <a:off x="8310311" y="6392790"/>
            <a:ext cx="3695498" cy="261610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endParaRPr lang="en-SG" sz="1100">
              <a:solidFill>
                <a:schemeClr val="tx1"/>
              </a:solidFill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81" name="Text Placeholder 28"/>
          <p:cNvSpPr>
            <a:spLocks noGrp="1"/>
          </p:cNvSpPr>
          <p:nvPr>
            <p:ph type="body" sz="quarter" idx="72" hasCustomPrompt="1"/>
          </p:nvPr>
        </p:nvSpPr>
        <p:spPr>
          <a:xfrm>
            <a:off x="609294" y="6133070"/>
            <a:ext cx="1473246" cy="260350"/>
          </a:xfrm>
          <a:solidFill>
            <a:srgbClr val="FFC000"/>
          </a:solidFill>
        </p:spPr>
        <p:txBody>
          <a:bodyPr>
            <a:noAutofit/>
          </a:bodyPr>
          <a:lstStyle>
            <a:lvl1pPr marL="0" indent="0">
              <a:buNone/>
              <a:defRPr sz="1100">
                <a:solidFill>
                  <a:schemeClr val="bg1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1pPr>
            <a:lvl2pPr marL="457200" indent="0">
              <a:buNone/>
              <a:defRPr sz="1100">
                <a:solidFill>
                  <a:schemeClr val="bg1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2pPr>
            <a:lvl3pPr marL="914400" indent="0">
              <a:buNone/>
              <a:defRPr sz="1100">
                <a:solidFill>
                  <a:schemeClr val="bg1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3pPr>
            <a:lvl4pPr marL="1371600" indent="0">
              <a:buNone/>
              <a:defRPr sz="1100">
                <a:solidFill>
                  <a:schemeClr val="bg1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4pPr>
            <a:lvl5pPr marL="1828800" indent="0">
              <a:buNone/>
              <a:defRPr sz="1100">
                <a:solidFill>
                  <a:schemeClr val="bg1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5pPr>
          </a:lstStyle>
          <a:p>
            <a:pPr lvl="0"/>
            <a:r>
              <a:rPr lang="en-US"/>
              <a:t>Name of Project</a:t>
            </a:r>
            <a:endParaRPr lang="en-SG"/>
          </a:p>
        </p:txBody>
      </p:sp>
      <p:sp>
        <p:nvSpPr>
          <p:cNvPr id="82" name="TextBox 81"/>
          <p:cNvSpPr txBox="1"/>
          <p:nvPr userDrawn="1"/>
        </p:nvSpPr>
        <p:spPr>
          <a:xfrm>
            <a:off x="271877" y="6392790"/>
            <a:ext cx="1473799" cy="261610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endParaRPr lang="en-SG" sz="1100">
              <a:solidFill>
                <a:schemeClr val="tx1"/>
              </a:solidFill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83" name="Text Placeholder 28"/>
          <p:cNvSpPr>
            <a:spLocks noGrp="1"/>
          </p:cNvSpPr>
          <p:nvPr>
            <p:ph type="body" sz="quarter" idx="73" hasCustomPrompt="1"/>
          </p:nvPr>
        </p:nvSpPr>
        <p:spPr>
          <a:xfrm>
            <a:off x="614838" y="6365891"/>
            <a:ext cx="1474106" cy="288509"/>
          </a:xfrm>
          <a:noFill/>
        </p:spPr>
        <p:txBody>
          <a:bodyPr>
            <a:noAutofit/>
          </a:bodyPr>
          <a:lstStyle>
            <a:lvl1pPr marL="0" indent="0">
              <a:buNone/>
              <a:defRPr sz="1100">
                <a:solidFill>
                  <a:schemeClr val="tx1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1pPr>
            <a:lvl2pPr marL="457200" indent="0">
              <a:buNone/>
              <a:defRPr sz="1100">
                <a:solidFill>
                  <a:schemeClr val="bg1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2pPr>
            <a:lvl3pPr marL="914400" indent="0">
              <a:buNone/>
              <a:defRPr sz="1100">
                <a:solidFill>
                  <a:schemeClr val="bg1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3pPr>
            <a:lvl4pPr marL="1371600" indent="0">
              <a:buNone/>
              <a:defRPr sz="1100">
                <a:solidFill>
                  <a:schemeClr val="bg1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4pPr>
            <a:lvl5pPr marL="1828800" indent="0">
              <a:buNone/>
              <a:defRPr sz="1100">
                <a:solidFill>
                  <a:schemeClr val="bg1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5pPr>
          </a:lstStyle>
          <a:p>
            <a:pPr lvl="0"/>
            <a:r>
              <a:rPr lang="en-US"/>
              <a:t>Services Provided</a:t>
            </a:r>
            <a:endParaRPr lang="en-SG"/>
          </a:p>
        </p:txBody>
      </p:sp>
      <p:sp>
        <p:nvSpPr>
          <p:cNvPr id="84" name="Picture Placeholder 13"/>
          <p:cNvSpPr>
            <a:spLocks noGrp="1"/>
          </p:cNvSpPr>
          <p:nvPr>
            <p:ph type="pic" sz="quarter" idx="74"/>
          </p:nvPr>
        </p:nvSpPr>
        <p:spPr>
          <a:xfrm>
            <a:off x="2463106" y="4053088"/>
            <a:ext cx="1473799" cy="2101014"/>
          </a:xfrm>
          <a:solidFill>
            <a:schemeClr val="bg1">
              <a:lumMod val="95000"/>
            </a:schemeClr>
          </a:solidFill>
          <a:effectLst/>
        </p:spPr>
        <p:txBody>
          <a:bodyPr rtlCol="0">
            <a:normAutofit/>
          </a:bodyPr>
          <a:lstStyle>
            <a:lvl1pPr marL="0" indent="0">
              <a:buNone/>
              <a:defRPr sz="1200">
                <a:ln>
                  <a:noFill/>
                </a:ln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pPr lvl="0"/>
            <a:endParaRPr lang="en-US" noProof="0"/>
          </a:p>
        </p:txBody>
      </p:sp>
      <p:sp>
        <p:nvSpPr>
          <p:cNvPr id="85" name="Text Placeholder 28"/>
          <p:cNvSpPr>
            <a:spLocks noGrp="1"/>
          </p:cNvSpPr>
          <p:nvPr>
            <p:ph type="body" sz="quarter" idx="75" hasCustomPrompt="1"/>
          </p:nvPr>
        </p:nvSpPr>
        <p:spPr>
          <a:xfrm>
            <a:off x="2463106" y="6133070"/>
            <a:ext cx="1473246" cy="260350"/>
          </a:xfrm>
          <a:solidFill>
            <a:srgbClr val="92D050"/>
          </a:solidFill>
        </p:spPr>
        <p:txBody>
          <a:bodyPr>
            <a:noAutofit/>
          </a:bodyPr>
          <a:lstStyle>
            <a:lvl1pPr marL="0" indent="0">
              <a:buNone/>
              <a:defRPr sz="1100">
                <a:solidFill>
                  <a:schemeClr val="bg1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1pPr>
            <a:lvl2pPr marL="457200" indent="0">
              <a:buNone/>
              <a:defRPr sz="1100">
                <a:solidFill>
                  <a:schemeClr val="bg1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2pPr>
            <a:lvl3pPr marL="914400" indent="0">
              <a:buNone/>
              <a:defRPr sz="1100">
                <a:solidFill>
                  <a:schemeClr val="bg1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3pPr>
            <a:lvl4pPr marL="1371600" indent="0">
              <a:buNone/>
              <a:defRPr sz="1100">
                <a:solidFill>
                  <a:schemeClr val="bg1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4pPr>
            <a:lvl5pPr marL="1828800" indent="0">
              <a:buNone/>
              <a:defRPr sz="1100">
                <a:solidFill>
                  <a:schemeClr val="bg1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5pPr>
          </a:lstStyle>
          <a:p>
            <a:pPr lvl="0"/>
            <a:r>
              <a:rPr lang="en-US"/>
              <a:t>Name of Project</a:t>
            </a:r>
            <a:endParaRPr lang="en-SG"/>
          </a:p>
        </p:txBody>
      </p:sp>
      <p:sp>
        <p:nvSpPr>
          <p:cNvPr id="86" name="TextBox 85"/>
          <p:cNvSpPr txBox="1"/>
          <p:nvPr userDrawn="1"/>
        </p:nvSpPr>
        <p:spPr>
          <a:xfrm>
            <a:off x="2003695" y="6392790"/>
            <a:ext cx="1473799" cy="261610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endParaRPr lang="en-SG" sz="1100">
              <a:solidFill>
                <a:schemeClr val="tx1"/>
              </a:solidFill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87" name="Picture Placeholder 13"/>
          <p:cNvSpPr>
            <a:spLocks noGrp="1"/>
          </p:cNvSpPr>
          <p:nvPr>
            <p:ph type="pic" sz="quarter" idx="76"/>
          </p:nvPr>
        </p:nvSpPr>
        <p:spPr>
          <a:xfrm>
            <a:off x="4372463" y="4059457"/>
            <a:ext cx="1473799" cy="2101014"/>
          </a:xfrm>
          <a:solidFill>
            <a:schemeClr val="bg1">
              <a:lumMod val="95000"/>
            </a:schemeClr>
          </a:solidFill>
          <a:effectLst/>
        </p:spPr>
        <p:txBody>
          <a:bodyPr rtlCol="0">
            <a:normAutofit/>
          </a:bodyPr>
          <a:lstStyle>
            <a:lvl1pPr marL="0" indent="0">
              <a:buNone/>
              <a:defRPr sz="1200">
                <a:ln>
                  <a:noFill/>
                </a:ln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pPr lvl="0"/>
            <a:endParaRPr lang="en-US" noProof="0"/>
          </a:p>
        </p:txBody>
      </p:sp>
      <p:sp>
        <p:nvSpPr>
          <p:cNvPr id="88" name="Text Placeholder 28"/>
          <p:cNvSpPr>
            <a:spLocks noGrp="1"/>
          </p:cNvSpPr>
          <p:nvPr>
            <p:ph type="body" sz="quarter" idx="77" hasCustomPrompt="1"/>
          </p:nvPr>
        </p:nvSpPr>
        <p:spPr>
          <a:xfrm>
            <a:off x="4372463" y="6139439"/>
            <a:ext cx="1473246" cy="260350"/>
          </a:xfrm>
          <a:solidFill>
            <a:srgbClr val="002060"/>
          </a:solidFill>
        </p:spPr>
        <p:txBody>
          <a:bodyPr>
            <a:noAutofit/>
          </a:bodyPr>
          <a:lstStyle>
            <a:lvl1pPr marL="0" indent="0">
              <a:buNone/>
              <a:defRPr sz="1100">
                <a:solidFill>
                  <a:schemeClr val="bg1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1pPr>
            <a:lvl2pPr marL="457200" indent="0">
              <a:buNone/>
              <a:defRPr sz="1100">
                <a:solidFill>
                  <a:schemeClr val="bg1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2pPr>
            <a:lvl3pPr marL="914400" indent="0">
              <a:buNone/>
              <a:defRPr sz="1100">
                <a:solidFill>
                  <a:schemeClr val="bg1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3pPr>
            <a:lvl4pPr marL="1371600" indent="0">
              <a:buNone/>
              <a:defRPr sz="1100">
                <a:solidFill>
                  <a:schemeClr val="bg1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4pPr>
            <a:lvl5pPr marL="1828800" indent="0">
              <a:buNone/>
              <a:defRPr sz="1100">
                <a:solidFill>
                  <a:schemeClr val="bg1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5pPr>
          </a:lstStyle>
          <a:p>
            <a:pPr lvl="0"/>
            <a:r>
              <a:rPr lang="en-US"/>
              <a:t>Name of Project</a:t>
            </a:r>
            <a:endParaRPr lang="en-SG"/>
          </a:p>
        </p:txBody>
      </p:sp>
      <p:sp>
        <p:nvSpPr>
          <p:cNvPr id="89" name="TextBox 88"/>
          <p:cNvSpPr txBox="1"/>
          <p:nvPr userDrawn="1"/>
        </p:nvSpPr>
        <p:spPr>
          <a:xfrm>
            <a:off x="3723565" y="6392790"/>
            <a:ext cx="1473799" cy="261610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endParaRPr lang="en-SG" sz="1100">
              <a:solidFill>
                <a:schemeClr val="tx1"/>
              </a:solidFill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90" name="Text Placeholder 28"/>
          <p:cNvSpPr>
            <a:spLocks noGrp="1"/>
          </p:cNvSpPr>
          <p:nvPr>
            <p:ph type="body" sz="quarter" idx="78" hasCustomPrompt="1"/>
          </p:nvPr>
        </p:nvSpPr>
        <p:spPr>
          <a:xfrm>
            <a:off x="2463106" y="6390880"/>
            <a:ext cx="1473246" cy="288509"/>
          </a:xfrm>
          <a:noFill/>
        </p:spPr>
        <p:txBody>
          <a:bodyPr>
            <a:noAutofit/>
          </a:bodyPr>
          <a:lstStyle>
            <a:lvl1pPr marL="0" indent="0">
              <a:buNone/>
              <a:defRPr sz="1100">
                <a:solidFill>
                  <a:schemeClr val="tx1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1pPr>
            <a:lvl2pPr marL="457200" indent="0">
              <a:buNone/>
              <a:defRPr sz="1100">
                <a:solidFill>
                  <a:schemeClr val="bg1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2pPr>
            <a:lvl3pPr marL="914400" indent="0">
              <a:buNone/>
              <a:defRPr sz="1100">
                <a:solidFill>
                  <a:schemeClr val="bg1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3pPr>
            <a:lvl4pPr marL="1371600" indent="0">
              <a:buNone/>
              <a:defRPr sz="1100">
                <a:solidFill>
                  <a:schemeClr val="bg1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4pPr>
            <a:lvl5pPr marL="1828800" indent="0">
              <a:buNone/>
              <a:defRPr sz="1100">
                <a:solidFill>
                  <a:schemeClr val="bg1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5pPr>
          </a:lstStyle>
          <a:p>
            <a:pPr lvl="0"/>
            <a:r>
              <a:rPr lang="en-US"/>
              <a:t>Services Provided</a:t>
            </a:r>
            <a:endParaRPr lang="en-SG"/>
          </a:p>
        </p:txBody>
      </p:sp>
      <p:sp>
        <p:nvSpPr>
          <p:cNvPr id="91" name="Picture Placeholder 13"/>
          <p:cNvSpPr>
            <a:spLocks noGrp="1"/>
          </p:cNvSpPr>
          <p:nvPr>
            <p:ph type="pic" sz="quarter" idx="79"/>
          </p:nvPr>
        </p:nvSpPr>
        <p:spPr>
          <a:xfrm>
            <a:off x="6259219" y="4078077"/>
            <a:ext cx="1473799" cy="2101014"/>
          </a:xfrm>
          <a:solidFill>
            <a:schemeClr val="bg1">
              <a:lumMod val="95000"/>
            </a:schemeClr>
          </a:solidFill>
          <a:effectLst/>
        </p:spPr>
        <p:txBody>
          <a:bodyPr rtlCol="0">
            <a:normAutofit/>
          </a:bodyPr>
          <a:lstStyle>
            <a:lvl1pPr marL="0" indent="0">
              <a:buNone/>
              <a:defRPr sz="1200">
                <a:ln>
                  <a:noFill/>
                </a:ln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pPr lvl="0"/>
            <a:endParaRPr lang="en-US" noProof="0"/>
          </a:p>
        </p:txBody>
      </p:sp>
      <p:sp>
        <p:nvSpPr>
          <p:cNvPr id="92" name="Text Placeholder 28"/>
          <p:cNvSpPr>
            <a:spLocks noGrp="1"/>
          </p:cNvSpPr>
          <p:nvPr>
            <p:ph type="body" sz="quarter" idx="80" hasCustomPrompt="1"/>
          </p:nvPr>
        </p:nvSpPr>
        <p:spPr>
          <a:xfrm>
            <a:off x="6259219" y="6158059"/>
            <a:ext cx="1473246" cy="260350"/>
          </a:xfrm>
          <a:solidFill>
            <a:srgbClr val="FF0000"/>
          </a:solidFill>
        </p:spPr>
        <p:txBody>
          <a:bodyPr>
            <a:noAutofit/>
          </a:bodyPr>
          <a:lstStyle>
            <a:lvl1pPr marL="0" indent="0">
              <a:buNone/>
              <a:defRPr sz="1100">
                <a:solidFill>
                  <a:schemeClr val="bg1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1pPr>
            <a:lvl2pPr marL="457200" indent="0">
              <a:buNone/>
              <a:defRPr sz="1100">
                <a:solidFill>
                  <a:schemeClr val="bg1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2pPr>
            <a:lvl3pPr marL="914400" indent="0">
              <a:buNone/>
              <a:defRPr sz="1100">
                <a:solidFill>
                  <a:schemeClr val="bg1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3pPr>
            <a:lvl4pPr marL="1371600" indent="0">
              <a:buNone/>
              <a:defRPr sz="1100">
                <a:solidFill>
                  <a:schemeClr val="bg1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4pPr>
            <a:lvl5pPr marL="1828800" indent="0">
              <a:buNone/>
              <a:defRPr sz="1100">
                <a:solidFill>
                  <a:schemeClr val="bg1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5pPr>
          </a:lstStyle>
          <a:p>
            <a:pPr lvl="0"/>
            <a:r>
              <a:rPr lang="en-US"/>
              <a:t>Name of Project</a:t>
            </a:r>
            <a:endParaRPr lang="en-SG"/>
          </a:p>
        </p:txBody>
      </p:sp>
      <p:sp>
        <p:nvSpPr>
          <p:cNvPr id="93" name="TextBox 92"/>
          <p:cNvSpPr txBox="1"/>
          <p:nvPr userDrawn="1"/>
        </p:nvSpPr>
        <p:spPr>
          <a:xfrm>
            <a:off x="5449839" y="6417779"/>
            <a:ext cx="1473799" cy="261610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endParaRPr lang="en-SG" sz="1100">
              <a:solidFill>
                <a:schemeClr val="tx1"/>
              </a:solidFill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94" name="TextBox 93"/>
          <p:cNvSpPr txBox="1"/>
          <p:nvPr userDrawn="1"/>
        </p:nvSpPr>
        <p:spPr>
          <a:xfrm>
            <a:off x="3723872" y="6392790"/>
            <a:ext cx="1473799" cy="261610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endParaRPr lang="en-SG" sz="1100">
              <a:solidFill>
                <a:schemeClr val="tx1"/>
              </a:solidFill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95" name="Text Placeholder 28"/>
          <p:cNvSpPr>
            <a:spLocks noGrp="1"/>
          </p:cNvSpPr>
          <p:nvPr>
            <p:ph type="body" sz="quarter" idx="81" hasCustomPrompt="1"/>
          </p:nvPr>
        </p:nvSpPr>
        <p:spPr>
          <a:xfrm>
            <a:off x="4372770" y="6397249"/>
            <a:ext cx="1473246" cy="288509"/>
          </a:xfrm>
          <a:noFill/>
        </p:spPr>
        <p:txBody>
          <a:bodyPr>
            <a:noAutofit/>
          </a:bodyPr>
          <a:lstStyle>
            <a:lvl1pPr marL="0" indent="0">
              <a:buNone/>
              <a:defRPr sz="1100">
                <a:solidFill>
                  <a:schemeClr val="tx1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1pPr>
            <a:lvl2pPr marL="457200" indent="0">
              <a:buNone/>
              <a:defRPr sz="1100">
                <a:solidFill>
                  <a:schemeClr val="bg1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2pPr>
            <a:lvl3pPr marL="914400" indent="0">
              <a:buNone/>
              <a:defRPr sz="1100">
                <a:solidFill>
                  <a:schemeClr val="bg1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3pPr>
            <a:lvl4pPr marL="1371600" indent="0">
              <a:buNone/>
              <a:defRPr sz="1100">
                <a:solidFill>
                  <a:schemeClr val="bg1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4pPr>
            <a:lvl5pPr marL="1828800" indent="0">
              <a:buNone/>
              <a:defRPr sz="1100">
                <a:solidFill>
                  <a:schemeClr val="bg1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5pPr>
          </a:lstStyle>
          <a:p>
            <a:pPr lvl="0"/>
            <a:r>
              <a:rPr lang="en-US"/>
              <a:t>Services Provided</a:t>
            </a:r>
            <a:endParaRPr lang="en-SG"/>
          </a:p>
        </p:txBody>
      </p:sp>
      <p:sp>
        <p:nvSpPr>
          <p:cNvPr id="96" name="TextBox 95"/>
          <p:cNvSpPr txBox="1"/>
          <p:nvPr userDrawn="1"/>
        </p:nvSpPr>
        <p:spPr>
          <a:xfrm>
            <a:off x="5452611" y="6422229"/>
            <a:ext cx="1473799" cy="261610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endParaRPr lang="en-SG" sz="1100">
              <a:solidFill>
                <a:schemeClr val="tx1"/>
              </a:solidFill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97" name="Text Placeholder 28"/>
          <p:cNvSpPr>
            <a:spLocks noGrp="1"/>
          </p:cNvSpPr>
          <p:nvPr>
            <p:ph type="body" sz="quarter" idx="82" hasCustomPrompt="1"/>
          </p:nvPr>
        </p:nvSpPr>
        <p:spPr>
          <a:xfrm>
            <a:off x="6261991" y="6420319"/>
            <a:ext cx="1473246" cy="288509"/>
          </a:xfrm>
          <a:noFill/>
        </p:spPr>
        <p:txBody>
          <a:bodyPr>
            <a:noAutofit/>
          </a:bodyPr>
          <a:lstStyle>
            <a:lvl1pPr marL="0" indent="0">
              <a:buNone/>
              <a:defRPr sz="1100">
                <a:solidFill>
                  <a:schemeClr val="tx1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1pPr>
            <a:lvl2pPr marL="457200" indent="0">
              <a:buNone/>
              <a:defRPr sz="1100">
                <a:solidFill>
                  <a:schemeClr val="bg1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2pPr>
            <a:lvl3pPr marL="914400" indent="0">
              <a:buNone/>
              <a:defRPr sz="1100">
                <a:solidFill>
                  <a:schemeClr val="bg1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3pPr>
            <a:lvl4pPr marL="1371600" indent="0">
              <a:buNone/>
              <a:defRPr sz="1100">
                <a:solidFill>
                  <a:schemeClr val="bg1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4pPr>
            <a:lvl5pPr marL="1828800" indent="0">
              <a:buNone/>
              <a:defRPr sz="1100">
                <a:solidFill>
                  <a:schemeClr val="bg1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5pPr>
          </a:lstStyle>
          <a:p>
            <a:pPr lvl="0"/>
            <a:r>
              <a:rPr lang="en-US"/>
              <a:t>Services Provided</a:t>
            </a:r>
            <a:endParaRPr lang="en-SG"/>
          </a:p>
        </p:txBody>
      </p:sp>
      <p:sp>
        <p:nvSpPr>
          <p:cNvPr id="98" name="Picture Placeholder 13"/>
          <p:cNvSpPr>
            <a:spLocks noGrp="1"/>
          </p:cNvSpPr>
          <p:nvPr>
            <p:ph type="pic" sz="quarter" idx="83"/>
          </p:nvPr>
        </p:nvSpPr>
        <p:spPr>
          <a:xfrm>
            <a:off x="8119218" y="4078077"/>
            <a:ext cx="1473799" cy="2101014"/>
          </a:xfrm>
          <a:solidFill>
            <a:schemeClr val="bg1">
              <a:lumMod val="95000"/>
            </a:schemeClr>
          </a:solidFill>
          <a:effectLst/>
        </p:spPr>
        <p:txBody>
          <a:bodyPr rtlCol="0">
            <a:normAutofit/>
          </a:bodyPr>
          <a:lstStyle>
            <a:lvl1pPr marL="0" indent="0">
              <a:buNone/>
              <a:defRPr sz="1200">
                <a:ln>
                  <a:noFill/>
                </a:ln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pPr lvl="0"/>
            <a:endParaRPr lang="en-US" noProof="0"/>
          </a:p>
        </p:txBody>
      </p:sp>
      <p:sp>
        <p:nvSpPr>
          <p:cNvPr id="99" name="Text Placeholder 28"/>
          <p:cNvSpPr>
            <a:spLocks noGrp="1"/>
          </p:cNvSpPr>
          <p:nvPr>
            <p:ph type="body" sz="quarter" idx="84" hasCustomPrompt="1"/>
          </p:nvPr>
        </p:nvSpPr>
        <p:spPr>
          <a:xfrm>
            <a:off x="8119218" y="6158059"/>
            <a:ext cx="1473246" cy="260350"/>
          </a:xfrm>
          <a:solidFill>
            <a:srgbClr val="FFC000"/>
          </a:solidFill>
        </p:spPr>
        <p:txBody>
          <a:bodyPr>
            <a:noAutofit/>
          </a:bodyPr>
          <a:lstStyle>
            <a:lvl1pPr marL="0" indent="0">
              <a:buNone/>
              <a:defRPr sz="1100">
                <a:solidFill>
                  <a:schemeClr val="bg1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1pPr>
            <a:lvl2pPr marL="457200" indent="0">
              <a:buNone/>
              <a:defRPr sz="1100">
                <a:solidFill>
                  <a:schemeClr val="bg1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2pPr>
            <a:lvl3pPr marL="914400" indent="0">
              <a:buNone/>
              <a:defRPr sz="1100">
                <a:solidFill>
                  <a:schemeClr val="bg1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3pPr>
            <a:lvl4pPr marL="1371600" indent="0">
              <a:buNone/>
              <a:defRPr sz="1100">
                <a:solidFill>
                  <a:schemeClr val="bg1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4pPr>
            <a:lvl5pPr marL="1828800" indent="0">
              <a:buNone/>
              <a:defRPr sz="1100">
                <a:solidFill>
                  <a:schemeClr val="bg1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5pPr>
          </a:lstStyle>
          <a:p>
            <a:pPr lvl="0"/>
            <a:r>
              <a:rPr lang="en-US"/>
              <a:t>Name of Project</a:t>
            </a:r>
            <a:endParaRPr lang="en-SG"/>
          </a:p>
        </p:txBody>
      </p:sp>
      <p:sp>
        <p:nvSpPr>
          <p:cNvPr id="100" name="Text Placeholder 28"/>
          <p:cNvSpPr>
            <a:spLocks noGrp="1"/>
          </p:cNvSpPr>
          <p:nvPr>
            <p:ph type="body" sz="quarter" idx="85" hasCustomPrompt="1"/>
          </p:nvPr>
        </p:nvSpPr>
        <p:spPr>
          <a:xfrm>
            <a:off x="8121990" y="6420319"/>
            <a:ext cx="1473246" cy="288509"/>
          </a:xfrm>
          <a:noFill/>
        </p:spPr>
        <p:txBody>
          <a:bodyPr>
            <a:noAutofit/>
          </a:bodyPr>
          <a:lstStyle>
            <a:lvl1pPr marL="0" indent="0">
              <a:buNone/>
              <a:defRPr sz="1100">
                <a:solidFill>
                  <a:schemeClr val="tx1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1pPr>
            <a:lvl2pPr marL="457200" indent="0">
              <a:buNone/>
              <a:defRPr sz="1100">
                <a:solidFill>
                  <a:schemeClr val="bg1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2pPr>
            <a:lvl3pPr marL="914400" indent="0">
              <a:buNone/>
              <a:defRPr sz="1100">
                <a:solidFill>
                  <a:schemeClr val="bg1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3pPr>
            <a:lvl4pPr marL="1371600" indent="0">
              <a:buNone/>
              <a:defRPr sz="1100">
                <a:solidFill>
                  <a:schemeClr val="bg1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4pPr>
            <a:lvl5pPr marL="1828800" indent="0">
              <a:buNone/>
              <a:defRPr sz="1100">
                <a:solidFill>
                  <a:schemeClr val="bg1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5pPr>
          </a:lstStyle>
          <a:p>
            <a:pPr lvl="0"/>
            <a:r>
              <a:rPr lang="en-US"/>
              <a:t>Services Provided</a:t>
            </a:r>
            <a:endParaRPr lang="en-SG"/>
          </a:p>
        </p:txBody>
      </p:sp>
      <p:sp>
        <p:nvSpPr>
          <p:cNvPr id="101" name="Picture Placeholder 13"/>
          <p:cNvSpPr>
            <a:spLocks noGrp="1"/>
          </p:cNvSpPr>
          <p:nvPr>
            <p:ph type="pic" sz="quarter" idx="86"/>
          </p:nvPr>
        </p:nvSpPr>
        <p:spPr>
          <a:xfrm>
            <a:off x="10062790" y="4078077"/>
            <a:ext cx="1473799" cy="2101014"/>
          </a:xfrm>
          <a:solidFill>
            <a:schemeClr val="bg1">
              <a:lumMod val="95000"/>
            </a:schemeClr>
          </a:solidFill>
          <a:effectLst/>
        </p:spPr>
        <p:txBody>
          <a:bodyPr rtlCol="0">
            <a:normAutofit/>
          </a:bodyPr>
          <a:lstStyle>
            <a:lvl1pPr marL="0" indent="0">
              <a:buNone/>
              <a:defRPr sz="1200">
                <a:ln>
                  <a:noFill/>
                </a:ln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pPr lvl="0"/>
            <a:endParaRPr lang="en-US" noProof="0"/>
          </a:p>
        </p:txBody>
      </p:sp>
      <p:sp>
        <p:nvSpPr>
          <p:cNvPr id="102" name="Text Placeholder 28"/>
          <p:cNvSpPr>
            <a:spLocks noGrp="1"/>
          </p:cNvSpPr>
          <p:nvPr>
            <p:ph type="body" sz="quarter" idx="87" hasCustomPrompt="1"/>
          </p:nvPr>
        </p:nvSpPr>
        <p:spPr>
          <a:xfrm>
            <a:off x="10062790" y="6158059"/>
            <a:ext cx="1473246" cy="260350"/>
          </a:xfrm>
          <a:solidFill>
            <a:srgbClr val="92D050"/>
          </a:solidFill>
        </p:spPr>
        <p:txBody>
          <a:bodyPr>
            <a:noAutofit/>
          </a:bodyPr>
          <a:lstStyle>
            <a:lvl1pPr marL="0" indent="0">
              <a:buNone/>
              <a:defRPr sz="1100">
                <a:solidFill>
                  <a:schemeClr val="bg1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1pPr>
            <a:lvl2pPr marL="457200" indent="0">
              <a:buNone/>
              <a:defRPr sz="1100">
                <a:solidFill>
                  <a:schemeClr val="bg1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2pPr>
            <a:lvl3pPr marL="914400" indent="0">
              <a:buNone/>
              <a:defRPr sz="1100">
                <a:solidFill>
                  <a:schemeClr val="bg1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3pPr>
            <a:lvl4pPr marL="1371600" indent="0">
              <a:buNone/>
              <a:defRPr sz="1100">
                <a:solidFill>
                  <a:schemeClr val="bg1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4pPr>
            <a:lvl5pPr marL="1828800" indent="0">
              <a:buNone/>
              <a:defRPr sz="1100">
                <a:solidFill>
                  <a:schemeClr val="bg1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5pPr>
          </a:lstStyle>
          <a:p>
            <a:pPr lvl="0"/>
            <a:r>
              <a:rPr lang="en-US"/>
              <a:t>Name of Project</a:t>
            </a:r>
            <a:endParaRPr lang="en-SG"/>
          </a:p>
        </p:txBody>
      </p:sp>
      <p:sp>
        <p:nvSpPr>
          <p:cNvPr id="103" name="Text Placeholder 28"/>
          <p:cNvSpPr>
            <a:spLocks noGrp="1"/>
          </p:cNvSpPr>
          <p:nvPr>
            <p:ph type="body" sz="quarter" idx="88" hasCustomPrompt="1"/>
          </p:nvPr>
        </p:nvSpPr>
        <p:spPr>
          <a:xfrm>
            <a:off x="10065562" y="6420319"/>
            <a:ext cx="1473246" cy="288509"/>
          </a:xfrm>
          <a:noFill/>
        </p:spPr>
        <p:txBody>
          <a:bodyPr>
            <a:noAutofit/>
          </a:bodyPr>
          <a:lstStyle>
            <a:lvl1pPr marL="0" indent="0">
              <a:buNone/>
              <a:defRPr sz="1100">
                <a:solidFill>
                  <a:schemeClr val="tx1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1pPr>
            <a:lvl2pPr marL="457200" indent="0">
              <a:buNone/>
              <a:defRPr sz="1100">
                <a:solidFill>
                  <a:schemeClr val="bg1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2pPr>
            <a:lvl3pPr marL="914400" indent="0">
              <a:buNone/>
              <a:defRPr sz="1100">
                <a:solidFill>
                  <a:schemeClr val="bg1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3pPr>
            <a:lvl4pPr marL="1371600" indent="0">
              <a:buNone/>
              <a:defRPr sz="1100">
                <a:solidFill>
                  <a:schemeClr val="bg1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4pPr>
            <a:lvl5pPr marL="1828800" indent="0">
              <a:buNone/>
              <a:defRPr sz="1100">
                <a:solidFill>
                  <a:schemeClr val="bg1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5pPr>
          </a:lstStyle>
          <a:p>
            <a:pPr lvl="0"/>
            <a:r>
              <a:rPr lang="en-US"/>
              <a:t>Services Provided</a:t>
            </a:r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9053843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aseStudyOverview(3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icture Placeholder 13"/>
          <p:cNvSpPr>
            <a:spLocks noGrp="1"/>
          </p:cNvSpPr>
          <p:nvPr>
            <p:ph type="pic" sz="quarter" idx="31"/>
          </p:nvPr>
        </p:nvSpPr>
        <p:spPr>
          <a:xfrm>
            <a:off x="2251583" y="2130457"/>
            <a:ext cx="3838134" cy="2274486"/>
          </a:xfrm>
          <a:solidFill>
            <a:schemeClr val="bg1">
              <a:lumMod val="95000"/>
            </a:schemeClr>
          </a:solidFill>
          <a:effectLst/>
        </p:spPr>
        <p:txBody>
          <a:bodyPr>
            <a:normAutofit/>
          </a:bodyPr>
          <a:lstStyle>
            <a:lvl1pPr marL="0" indent="0">
              <a:buNone/>
              <a:defRPr sz="1000">
                <a:ln>
                  <a:noFill/>
                </a:ln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r>
              <a:rPr lang="en-US"/>
              <a:t>Drag picture to placeholder or click icon to add</a:t>
            </a:r>
          </a:p>
        </p:txBody>
      </p:sp>
      <p:sp>
        <p:nvSpPr>
          <p:cNvPr id="6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57163"/>
            <a:ext cx="12191999" cy="528637"/>
          </a:xfrm>
        </p:spPr>
        <p:txBody>
          <a:bodyPr>
            <a:noAutofit/>
          </a:bodyPr>
          <a:lstStyle>
            <a:lvl1pPr marL="0" indent="0" algn="ctr">
              <a:buNone/>
              <a:defRPr sz="3600" b="1">
                <a:solidFill>
                  <a:srgbClr val="023F88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1pPr>
            <a:lvl2pPr>
              <a:defRPr sz="4000" b="1">
                <a:solidFill>
                  <a:srgbClr val="023F88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2pPr>
            <a:lvl3pPr>
              <a:defRPr sz="4000" b="1">
                <a:solidFill>
                  <a:srgbClr val="023F88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3pPr>
            <a:lvl4pPr>
              <a:defRPr sz="4000" b="1">
                <a:solidFill>
                  <a:srgbClr val="023F88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4pPr>
            <a:lvl5pPr>
              <a:defRPr sz="4000" b="1">
                <a:solidFill>
                  <a:srgbClr val="023F88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5pPr>
          </a:lstStyle>
          <a:p>
            <a:pPr lvl="0"/>
            <a:r>
              <a:rPr lang="en-US"/>
              <a:t>TITLE</a:t>
            </a:r>
            <a:endParaRPr lang="en-SG"/>
          </a:p>
        </p:txBody>
      </p:sp>
      <p:sp>
        <p:nvSpPr>
          <p:cNvPr id="7" name="Rectangle 6"/>
          <p:cNvSpPr/>
          <p:nvPr userDrawn="1"/>
        </p:nvSpPr>
        <p:spPr>
          <a:xfrm>
            <a:off x="5487836" y="775119"/>
            <a:ext cx="1216325" cy="6901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32" hasCustomPrompt="1"/>
          </p:nvPr>
        </p:nvSpPr>
        <p:spPr>
          <a:xfrm>
            <a:off x="2251583" y="4404943"/>
            <a:ext cx="3838134" cy="337188"/>
          </a:xfrm>
          <a:solidFill>
            <a:schemeClr val="accent1"/>
          </a:solidFill>
        </p:spPr>
        <p:txBody>
          <a:bodyPr>
            <a:normAutofit/>
          </a:bodyPr>
          <a:lstStyle>
            <a:lvl1pPr marL="0" indent="0" algn="ctr">
              <a:buNone/>
              <a:defRPr sz="1800" b="1">
                <a:solidFill>
                  <a:schemeClr val="bg1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1pPr>
          </a:lstStyle>
          <a:p>
            <a:pPr lvl="0"/>
            <a:r>
              <a:rPr lang="en-US"/>
              <a:t>PROJECT NAME</a:t>
            </a:r>
            <a:endParaRPr lang="en-SG"/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33" hasCustomPrompt="1"/>
          </p:nvPr>
        </p:nvSpPr>
        <p:spPr>
          <a:xfrm>
            <a:off x="2251583" y="4742131"/>
            <a:ext cx="3838134" cy="337188"/>
          </a:xfrm>
          <a:noFill/>
        </p:spPr>
        <p:txBody>
          <a:bodyPr>
            <a:normAutofit/>
          </a:bodyPr>
          <a:lstStyle>
            <a:lvl1pPr marL="0" indent="0" algn="l">
              <a:buNone/>
              <a:defRPr sz="1200" b="0">
                <a:solidFill>
                  <a:schemeClr val="tx1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1pPr>
          </a:lstStyle>
          <a:p>
            <a:pPr lvl="0"/>
            <a:r>
              <a:rPr lang="en-US"/>
              <a:t>Project brief</a:t>
            </a:r>
            <a:endParaRPr lang="en-SG"/>
          </a:p>
        </p:txBody>
      </p:sp>
      <p:sp>
        <p:nvSpPr>
          <p:cNvPr id="11" name="Picture Placeholder 13"/>
          <p:cNvSpPr>
            <a:spLocks noGrp="1"/>
          </p:cNvSpPr>
          <p:nvPr>
            <p:ph type="pic" sz="quarter" idx="34"/>
          </p:nvPr>
        </p:nvSpPr>
        <p:spPr>
          <a:xfrm>
            <a:off x="6200914" y="2130457"/>
            <a:ext cx="3838134" cy="2274486"/>
          </a:xfrm>
          <a:solidFill>
            <a:schemeClr val="bg1">
              <a:lumMod val="95000"/>
            </a:schemeClr>
          </a:solidFill>
          <a:effectLst/>
        </p:spPr>
        <p:txBody>
          <a:bodyPr>
            <a:normAutofit/>
          </a:bodyPr>
          <a:lstStyle>
            <a:lvl1pPr marL="0" indent="0">
              <a:buNone/>
              <a:defRPr sz="1000">
                <a:ln>
                  <a:noFill/>
                </a:ln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r>
              <a:rPr lang="en-US"/>
              <a:t>Drag picture to placeholder or click icon to add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sz="quarter" idx="36" hasCustomPrompt="1"/>
          </p:nvPr>
        </p:nvSpPr>
        <p:spPr>
          <a:xfrm>
            <a:off x="6200914" y="4404943"/>
            <a:ext cx="3838134" cy="337188"/>
          </a:xfrm>
          <a:solidFill>
            <a:schemeClr val="accent4"/>
          </a:solidFill>
        </p:spPr>
        <p:txBody>
          <a:bodyPr>
            <a:normAutofit/>
          </a:bodyPr>
          <a:lstStyle>
            <a:lvl1pPr marL="0" indent="0" algn="ctr">
              <a:buNone/>
              <a:defRPr sz="1800" b="1">
                <a:solidFill>
                  <a:schemeClr val="bg1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1pPr>
          </a:lstStyle>
          <a:p>
            <a:pPr lvl="0"/>
            <a:r>
              <a:rPr lang="en-US"/>
              <a:t>PROJECT NAME</a:t>
            </a:r>
            <a:endParaRPr lang="en-SG"/>
          </a:p>
        </p:txBody>
      </p:sp>
      <p:sp>
        <p:nvSpPr>
          <p:cNvPr id="14" name="Text Placeholder 2"/>
          <p:cNvSpPr>
            <a:spLocks noGrp="1"/>
          </p:cNvSpPr>
          <p:nvPr>
            <p:ph type="body" sz="quarter" idx="37" hasCustomPrompt="1"/>
          </p:nvPr>
        </p:nvSpPr>
        <p:spPr>
          <a:xfrm>
            <a:off x="6200914" y="4742131"/>
            <a:ext cx="3838134" cy="337188"/>
          </a:xfrm>
          <a:noFill/>
        </p:spPr>
        <p:txBody>
          <a:bodyPr>
            <a:normAutofit/>
          </a:bodyPr>
          <a:lstStyle>
            <a:lvl1pPr marL="0" indent="0" algn="l">
              <a:buNone/>
              <a:defRPr sz="1200" b="0">
                <a:solidFill>
                  <a:schemeClr val="tx1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1pPr>
          </a:lstStyle>
          <a:p>
            <a:pPr lvl="0"/>
            <a:r>
              <a:rPr lang="en-US"/>
              <a:t>Project brief</a:t>
            </a:r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27762617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aseStudySynops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674688" y="1086709"/>
            <a:ext cx="1216325" cy="6901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674687" y="1306900"/>
            <a:ext cx="6028943" cy="528637"/>
          </a:xfrm>
        </p:spPr>
        <p:txBody>
          <a:bodyPr>
            <a:noAutofit/>
          </a:bodyPr>
          <a:lstStyle>
            <a:lvl1pPr marL="0" indent="0" algn="l">
              <a:buNone/>
              <a:defRPr sz="3600" b="1">
                <a:solidFill>
                  <a:srgbClr val="023F88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1pPr>
            <a:lvl2pPr>
              <a:defRPr sz="4000" b="1">
                <a:solidFill>
                  <a:srgbClr val="023F88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2pPr>
            <a:lvl3pPr>
              <a:defRPr sz="4000" b="1">
                <a:solidFill>
                  <a:srgbClr val="023F88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3pPr>
            <a:lvl4pPr>
              <a:defRPr sz="4000" b="1">
                <a:solidFill>
                  <a:srgbClr val="023F88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4pPr>
            <a:lvl5pPr>
              <a:defRPr sz="4000" b="1">
                <a:solidFill>
                  <a:srgbClr val="023F88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5pPr>
          </a:lstStyle>
          <a:p>
            <a:pPr lvl="0"/>
            <a:r>
              <a:rPr lang="en-US"/>
              <a:t>PROJECT NAME</a:t>
            </a:r>
            <a:endParaRPr lang="en-SG"/>
          </a:p>
        </p:txBody>
      </p:sp>
      <p:sp>
        <p:nvSpPr>
          <p:cNvPr id="11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674686" y="1839079"/>
            <a:ext cx="6028944" cy="295275"/>
          </a:xfrm>
        </p:spPr>
        <p:txBody>
          <a:bodyPr>
            <a:noAutofit/>
          </a:bodyPr>
          <a:lstStyle>
            <a:lvl1pPr marL="0" indent="0" algn="l">
              <a:buNone/>
              <a:defRPr sz="1400" b="1" spc="300">
                <a:solidFill>
                  <a:schemeClr val="accent3">
                    <a:lumMod val="50000"/>
                  </a:schemeClr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1pPr>
            <a:lvl2pPr>
              <a:defRPr sz="1200">
                <a:latin typeface="Gisha" panose="020B0502040204020203" pitchFamily="34" charset="-79"/>
                <a:cs typeface="Gisha" panose="020B0502040204020203" pitchFamily="34" charset="-79"/>
              </a:defRPr>
            </a:lvl2pPr>
            <a:lvl3pPr>
              <a:defRPr sz="1200">
                <a:latin typeface="Gisha" panose="020B0502040204020203" pitchFamily="34" charset="-79"/>
                <a:cs typeface="Gisha" panose="020B0502040204020203" pitchFamily="34" charset="-79"/>
              </a:defRPr>
            </a:lvl3pPr>
            <a:lvl4pPr>
              <a:defRPr sz="1200">
                <a:latin typeface="Gisha" panose="020B0502040204020203" pitchFamily="34" charset="-79"/>
                <a:cs typeface="Gisha" panose="020B0502040204020203" pitchFamily="34" charset="-79"/>
              </a:defRPr>
            </a:lvl4pPr>
            <a:lvl5pPr>
              <a:defRPr sz="1200">
                <a:latin typeface="Gisha" panose="020B0502040204020203" pitchFamily="34" charset="-79"/>
                <a:cs typeface="Gisha" panose="020B0502040204020203" pitchFamily="34" charset="-79"/>
              </a:defRPr>
            </a:lvl5pPr>
          </a:lstStyle>
          <a:p>
            <a:pPr lvl="0"/>
            <a:r>
              <a:rPr lang="en-US"/>
              <a:t>COUNTRY</a:t>
            </a:r>
            <a:endParaRPr lang="en-SG"/>
          </a:p>
        </p:txBody>
      </p:sp>
      <p:sp>
        <p:nvSpPr>
          <p:cNvPr id="12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6703630" y="0"/>
            <a:ext cx="5501073" cy="6858000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endParaRPr lang="en-US" noProof="0"/>
          </a:p>
        </p:txBody>
      </p:sp>
      <p:graphicFrame>
        <p:nvGraphicFramePr>
          <p:cNvPr id="13" name="Table 12"/>
          <p:cNvGraphicFramePr>
            <a:graphicFrameLocks noGrp="1"/>
          </p:cNvGraphicFramePr>
          <p:nvPr userDrawn="1"/>
        </p:nvGraphicFramePr>
        <p:xfrm>
          <a:off x="674686" y="2355388"/>
          <a:ext cx="6028944" cy="14833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6028944">
                  <a:extLst>
                    <a:ext uri="{9D8B030D-6E8A-4147-A177-3AD203B41FA5}">
                      <a16:colId xmlns:a16="http://schemas.microsoft.com/office/drawing/2014/main" val="285064547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chemeClr val="bg1"/>
                          </a:solidFill>
                          <a:latin typeface="Gisha" panose="020B0502040204020203" pitchFamily="34" charset="-79"/>
                          <a:cs typeface="Gisha" panose="020B0502040204020203" pitchFamily="34" charset="-79"/>
                        </a:rPr>
                        <a:t>PROJECT TEAM</a:t>
                      </a:r>
                      <a:endParaRPr lang="en-SG" sz="1200">
                        <a:solidFill>
                          <a:schemeClr val="bg1"/>
                        </a:solidFill>
                        <a:latin typeface="Gisha" panose="020B0502040204020203" pitchFamily="34" charset="-79"/>
                        <a:cs typeface="Gisha" panose="020B0502040204020203" pitchFamily="34" charset="-79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61287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1">
                          <a:solidFill>
                            <a:schemeClr val="tx1"/>
                          </a:solidFill>
                          <a:latin typeface="Gisha" panose="020B0502040204020203" pitchFamily="34" charset="-79"/>
                          <a:cs typeface="Gisha" panose="020B0502040204020203" pitchFamily="34" charset="-79"/>
                        </a:rPr>
                        <a:t>DEVELOPER</a:t>
                      </a:r>
                      <a:endParaRPr lang="en-SG" sz="1200" b="1">
                        <a:solidFill>
                          <a:schemeClr val="tx1"/>
                        </a:solidFill>
                        <a:latin typeface="Gisha" panose="020B0502040204020203" pitchFamily="34" charset="-79"/>
                        <a:cs typeface="Gisha" panose="020B0502040204020203" pitchFamily="34" charset="-79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352762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1">
                          <a:solidFill>
                            <a:schemeClr val="tx1"/>
                          </a:solidFill>
                          <a:latin typeface="Gisha" panose="020B0502040204020203" pitchFamily="34" charset="-79"/>
                          <a:cs typeface="Gisha" panose="020B0502040204020203" pitchFamily="34" charset="-79"/>
                        </a:rPr>
                        <a:t>ARCHITECT</a:t>
                      </a:r>
                      <a:endParaRPr lang="en-SG" sz="1200" b="1">
                        <a:solidFill>
                          <a:schemeClr val="tx1"/>
                        </a:solidFill>
                        <a:latin typeface="Gisha" panose="020B0502040204020203" pitchFamily="34" charset="-79"/>
                        <a:cs typeface="Gisha" panose="020B0502040204020203" pitchFamily="34" charset="-79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072427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1">
                          <a:solidFill>
                            <a:schemeClr val="tx1"/>
                          </a:solidFill>
                          <a:latin typeface="Gisha" panose="020B0502040204020203" pitchFamily="34" charset="-79"/>
                          <a:cs typeface="Gisha" panose="020B0502040204020203" pitchFamily="34" charset="-79"/>
                        </a:rPr>
                        <a:t>MEINHARDT’S ROLE</a:t>
                      </a:r>
                      <a:endParaRPr lang="en-SG" sz="1200" b="1">
                        <a:solidFill>
                          <a:schemeClr val="tx1"/>
                        </a:solidFill>
                        <a:latin typeface="Gisha" panose="020B0502040204020203" pitchFamily="34" charset="-79"/>
                        <a:cs typeface="Gisha" panose="020B0502040204020203" pitchFamily="34" charset="-79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32849168"/>
                  </a:ext>
                </a:extLst>
              </a:tr>
            </a:tbl>
          </a:graphicData>
        </a:graphic>
      </p:graphicFrame>
      <p:sp>
        <p:nvSpPr>
          <p:cNvPr id="15" name="Text Placeholder 14"/>
          <p:cNvSpPr>
            <a:spLocks noGrp="1"/>
          </p:cNvSpPr>
          <p:nvPr>
            <p:ph type="body" sz="quarter" idx="14"/>
          </p:nvPr>
        </p:nvSpPr>
        <p:spPr>
          <a:xfrm>
            <a:off x="2328863" y="2733774"/>
            <a:ext cx="4374767" cy="273377"/>
          </a:xfrm>
        </p:spPr>
        <p:txBody>
          <a:bodyPr>
            <a:noAutofit/>
          </a:bodyPr>
          <a:lstStyle>
            <a:lvl1pPr marL="0" indent="0">
              <a:buNone/>
              <a:defRPr sz="1200">
                <a:latin typeface="Gisha" panose="020B0502040204020203" pitchFamily="34" charset="-79"/>
                <a:cs typeface="Gisha" panose="020B0502040204020203" pitchFamily="34" charset="-79"/>
              </a:defRPr>
            </a:lvl1pPr>
          </a:lstStyle>
          <a:p>
            <a:pPr lvl="0"/>
            <a:endParaRPr lang="en-SG"/>
          </a:p>
        </p:txBody>
      </p:sp>
      <p:sp>
        <p:nvSpPr>
          <p:cNvPr id="16" name="Text Placeholder 14"/>
          <p:cNvSpPr>
            <a:spLocks noGrp="1"/>
          </p:cNvSpPr>
          <p:nvPr>
            <p:ph type="body" sz="quarter" idx="15"/>
          </p:nvPr>
        </p:nvSpPr>
        <p:spPr>
          <a:xfrm>
            <a:off x="2328863" y="3091531"/>
            <a:ext cx="4374767" cy="273377"/>
          </a:xfrm>
        </p:spPr>
        <p:txBody>
          <a:bodyPr>
            <a:noAutofit/>
          </a:bodyPr>
          <a:lstStyle>
            <a:lvl1pPr marL="0" indent="0">
              <a:buNone/>
              <a:defRPr sz="1200">
                <a:latin typeface="Gisha" panose="020B0502040204020203" pitchFamily="34" charset="-79"/>
                <a:cs typeface="Gisha" panose="020B0502040204020203" pitchFamily="34" charset="-79"/>
              </a:defRPr>
            </a:lvl1pPr>
          </a:lstStyle>
          <a:p>
            <a:pPr lvl="0"/>
            <a:endParaRPr lang="en-SG"/>
          </a:p>
        </p:txBody>
      </p:sp>
      <p:sp>
        <p:nvSpPr>
          <p:cNvPr id="17" name="Text Placeholder 14"/>
          <p:cNvSpPr>
            <a:spLocks noGrp="1"/>
          </p:cNvSpPr>
          <p:nvPr>
            <p:ph type="body" sz="quarter" idx="16"/>
          </p:nvPr>
        </p:nvSpPr>
        <p:spPr>
          <a:xfrm>
            <a:off x="2328863" y="3449288"/>
            <a:ext cx="4374767" cy="273377"/>
          </a:xfrm>
        </p:spPr>
        <p:txBody>
          <a:bodyPr>
            <a:noAutofit/>
          </a:bodyPr>
          <a:lstStyle>
            <a:lvl1pPr marL="0" indent="0">
              <a:buNone/>
              <a:defRPr sz="1200">
                <a:latin typeface="Gisha" panose="020B0502040204020203" pitchFamily="34" charset="-79"/>
                <a:cs typeface="Gisha" panose="020B0502040204020203" pitchFamily="34" charset="-79"/>
              </a:defRPr>
            </a:lvl1pPr>
          </a:lstStyle>
          <a:p>
            <a:pPr lvl="0"/>
            <a:endParaRPr lang="en-SG"/>
          </a:p>
        </p:txBody>
      </p:sp>
      <p:sp>
        <p:nvSpPr>
          <p:cNvPr id="19" name="Text Placeholder 18"/>
          <p:cNvSpPr>
            <a:spLocks noGrp="1"/>
          </p:cNvSpPr>
          <p:nvPr>
            <p:ph type="body" sz="quarter" idx="17" hasCustomPrompt="1"/>
          </p:nvPr>
        </p:nvSpPr>
        <p:spPr>
          <a:xfrm>
            <a:off x="674688" y="3923128"/>
            <a:ext cx="6029325" cy="2934872"/>
          </a:xfrm>
        </p:spPr>
        <p:txBody>
          <a:bodyPr>
            <a:normAutofit/>
          </a:bodyPr>
          <a:lstStyle>
            <a:lvl1pPr marL="228600" indent="-228600">
              <a:buClr>
                <a:schemeClr val="accent4"/>
              </a:buClr>
              <a:buFont typeface="Wingdings" panose="05000000000000000000" pitchFamily="2" charset="2"/>
              <a:buChar char="§"/>
              <a:defRPr sz="1200">
                <a:latin typeface="Gisha" panose="020B0502040204020203" pitchFamily="34" charset="-79"/>
                <a:cs typeface="Gisha" panose="020B0502040204020203" pitchFamily="34" charset="-79"/>
              </a:defRPr>
            </a:lvl1pPr>
            <a:lvl2pPr marL="685800" indent="-228600">
              <a:buClr>
                <a:schemeClr val="accent4"/>
              </a:buClr>
              <a:buFont typeface="Wingdings" panose="05000000000000000000" pitchFamily="2" charset="2"/>
              <a:buChar char="§"/>
              <a:defRPr sz="1400">
                <a:latin typeface="Gisha" panose="020B0502040204020203" pitchFamily="34" charset="-79"/>
                <a:cs typeface="Gisha" panose="020B0502040204020203" pitchFamily="34" charset="-79"/>
              </a:defRPr>
            </a:lvl2pPr>
            <a:lvl3pPr marL="1143000" indent="-228600">
              <a:buClr>
                <a:schemeClr val="accent4"/>
              </a:buClr>
              <a:buFont typeface="Wingdings" panose="05000000000000000000" pitchFamily="2" charset="2"/>
              <a:buChar char="§"/>
              <a:defRPr sz="1400">
                <a:latin typeface="Gisha" panose="020B0502040204020203" pitchFamily="34" charset="-79"/>
                <a:cs typeface="Gisha" panose="020B0502040204020203" pitchFamily="34" charset="-79"/>
              </a:defRPr>
            </a:lvl3pPr>
            <a:lvl4pPr marL="1600200" indent="-228600">
              <a:buClr>
                <a:schemeClr val="accent4"/>
              </a:buClr>
              <a:buFont typeface="Wingdings" panose="05000000000000000000" pitchFamily="2" charset="2"/>
              <a:buChar char="§"/>
              <a:defRPr sz="1400">
                <a:latin typeface="Gisha" panose="020B0502040204020203" pitchFamily="34" charset="-79"/>
                <a:cs typeface="Gisha" panose="020B0502040204020203" pitchFamily="34" charset="-79"/>
              </a:defRPr>
            </a:lvl4pPr>
            <a:lvl5pPr marL="2057400" indent="-228600">
              <a:buClr>
                <a:schemeClr val="accent4"/>
              </a:buClr>
              <a:buFont typeface="Wingdings" panose="05000000000000000000" pitchFamily="2" charset="2"/>
              <a:buChar char="§"/>
              <a:defRPr sz="1400">
                <a:latin typeface="Gisha" panose="020B0502040204020203" pitchFamily="34" charset="-79"/>
                <a:cs typeface="Gisha" panose="020B0502040204020203" pitchFamily="34" charset="-79"/>
              </a:defRPr>
            </a:lvl5pPr>
          </a:lstStyle>
          <a:p>
            <a:pPr lvl="0"/>
            <a:r>
              <a:rPr lang="en-US"/>
              <a:t>Brief Description</a:t>
            </a:r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98037100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aseStudyChallen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6703630" y="0"/>
            <a:ext cx="5501073" cy="6858000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endParaRPr lang="en-US" noProof="0"/>
          </a:p>
        </p:txBody>
      </p:sp>
      <p:sp>
        <p:nvSpPr>
          <p:cNvPr id="9" name="Rectangle 8"/>
          <p:cNvSpPr/>
          <p:nvPr userDrawn="1"/>
        </p:nvSpPr>
        <p:spPr>
          <a:xfrm>
            <a:off x="674688" y="1086709"/>
            <a:ext cx="1216325" cy="6901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1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674688" y="2554302"/>
            <a:ext cx="6028944" cy="295275"/>
          </a:xfrm>
        </p:spPr>
        <p:txBody>
          <a:bodyPr>
            <a:noAutofit/>
          </a:bodyPr>
          <a:lstStyle>
            <a:lvl1pPr marL="0" indent="0" algn="l">
              <a:buNone/>
              <a:defRPr sz="1400" b="1" spc="300">
                <a:solidFill>
                  <a:schemeClr val="accent3">
                    <a:lumMod val="50000"/>
                  </a:schemeClr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1pPr>
            <a:lvl2pPr>
              <a:defRPr sz="1200">
                <a:latin typeface="Gisha" panose="020B0502040204020203" pitchFamily="34" charset="-79"/>
                <a:cs typeface="Gisha" panose="020B0502040204020203" pitchFamily="34" charset="-79"/>
              </a:defRPr>
            </a:lvl2pPr>
            <a:lvl3pPr>
              <a:defRPr sz="1200">
                <a:latin typeface="Gisha" panose="020B0502040204020203" pitchFamily="34" charset="-79"/>
                <a:cs typeface="Gisha" panose="020B0502040204020203" pitchFamily="34" charset="-79"/>
              </a:defRPr>
            </a:lvl3pPr>
            <a:lvl4pPr>
              <a:defRPr sz="1200">
                <a:latin typeface="Gisha" panose="020B0502040204020203" pitchFamily="34" charset="-79"/>
                <a:cs typeface="Gisha" panose="020B0502040204020203" pitchFamily="34" charset="-79"/>
              </a:defRPr>
            </a:lvl4pPr>
            <a:lvl5pPr>
              <a:defRPr sz="1200">
                <a:latin typeface="Gisha" panose="020B0502040204020203" pitchFamily="34" charset="-79"/>
                <a:cs typeface="Gisha" panose="020B0502040204020203" pitchFamily="34" charset="-79"/>
              </a:defRPr>
            </a:lvl5pPr>
          </a:lstStyle>
          <a:p>
            <a:pPr lvl="0"/>
            <a:r>
              <a:rPr lang="en-US"/>
              <a:t>PROJECT NAME</a:t>
            </a:r>
            <a:endParaRPr lang="en-SG"/>
          </a:p>
        </p:txBody>
      </p:sp>
      <p:sp>
        <p:nvSpPr>
          <p:cNvPr id="12" name="TextBox 11"/>
          <p:cNvSpPr txBox="1"/>
          <p:nvPr userDrawn="1"/>
        </p:nvSpPr>
        <p:spPr>
          <a:xfrm>
            <a:off x="674688" y="1408839"/>
            <a:ext cx="6028944" cy="1145463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kern="1200">
                <a:solidFill>
                  <a:schemeClr val="accent1"/>
                </a:solidFill>
                <a:latin typeface="Gisha" panose="020B0502040204020203" pitchFamily="34" charset="-79"/>
                <a:ea typeface="+mn-ea"/>
                <a:cs typeface="Gisha" panose="020B0502040204020203" pitchFamily="34" charset="-79"/>
              </a:rPr>
              <a:t>KEY ENGINEERING CHALLENGES</a:t>
            </a:r>
            <a:endParaRPr lang="en-SG" sz="3600" b="1" kern="1200">
              <a:solidFill>
                <a:schemeClr val="accent1"/>
              </a:solidFill>
              <a:latin typeface="Gisha" panose="020B0502040204020203" pitchFamily="34" charset="-79"/>
              <a:ea typeface="+mn-ea"/>
              <a:cs typeface="Gisha" panose="020B0502040204020203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93887617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aseStudySolu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5733559" y="1753635"/>
            <a:ext cx="875561" cy="60529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lnSpc>
                <a:spcPts val="4000"/>
              </a:lnSpc>
              <a:defRPr/>
            </a:pPr>
            <a:r>
              <a:rPr lang="en-US" b="1" kern="0" spc="0">
                <a:solidFill>
                  <a:srgbClr val="003E7E"/>
                </a:solidFill>
                <a:latin typeface="Gisha" panose="020B0502040204020203" pitchFamily="34" charset="-79"/>
                <a:ea typeface="Segoe UI" panose="020B0502040204020203" pitchFamily="34" charset="0"/>
                <a:cs typeface="Segoe UI" panose="020B0502040204020203" pitchFamily="34" charset="0"/>
              </a:rPr>
              <a:t>AFTER</a:t>
            </a:r>
            <a:endParaRPr lang="en-US" b="1" kern="0" spc="0">
              <a:solidFill>
                <a:srgbClr val="FF0000"/>
              </a:solidFill>
              <a:latin typeface="Gisha" panose="020B0502040204020203" pitchFamily="34" charset="-79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Rectangle 6"/>
          <p:cNvSpPr/>
          <p:nvPr userDrawn="1"/>
        </p:nvSpPr>
        <p:spPr>
          <a:xfrm>
            <a:off x="159821" y="1753635"/>
            <a:ext cx="1062150" cy="6052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ts val="4000"/>
              </a:lnSpc>
              <a:defRPr/>
            </a:pPr>
            <a:r>
              <a:rPr lang="en-US" b="1" kern="0" spc="0">
                <a:solidFill>
                  <a:srgbClr val="003E7E"/>
                </a:solidFill>
                <a:latin typeface="Gisha" panose="020B0502040204020203" pitchFamily="34" charset="-79"/>
                <a:ea typeface="Segoe UI" panose="020B0502040204020203" pitchFamily="34" charset="0"/>
                <a:cs typeface="Segoe UI" panose="020B0502040204020203" pitchFamily="34" charset="0"/>
              </a:rPr>
              <a:t>BEFORE</a:t>
            </a:r>
            <a:endParaRPr lang="en-US" b="1" kern="0" spc="0">
              <a:solidFill>
                <a:srgbClr val="FF0000"/>
              </a:solidFill>
              <a:latin typeface="Gisha" panose="020B0502040204020203" pitchFamily="34" charset="-79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Rectangle 8"/>
          <p:cNvSpPr/>
          <p:nvPr userDrawn="1"/>
        </p:nvSpPr>
        <p:spPr>
          <a:xfrm>
            <a:off x="9165992" y="1435631"/>
            <a:ext cx="2511571" cy="4247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>
                <a:solidFill>
                  <a:schemeClr val="bg1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OUTCOME </a:t>
            </a:r>
          </a:p>
        </p:txBody>
      </p:sp>
      <p:sp>
        <p:nvSpPr>
          <p:cNvPr id="11" name="Rectangle 10"/>
          <p:cNvSpPr/>
          <p:nvPr userDrawn="1"/>
        </p:nvSpPr>
        <p:spPr>
          <a:xfrm>
            <a:off x="5487836" y="775119"/>
            <a:ext cx="1216325" cy="6901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3" name="TextBox 12"/>
          <p:cNvSpPr txBox="1"/>
          <p:nvPr userDrawn="1"/>
        </p:nvSpPr>
        <p:spPr>
          <a:xfrm>
            <a:off x="1" y="163293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kern="1200">
                <a:solidFill>
                  <a:srgbClr val="023F88"/>
                </a:solidFill>
                <a:latin typeface="Gisha" panose="020B0502040204020203" pitchFamily="34" charset="-79"/>
                <a:ea typeface="+mn-ea"/>
                <a:cs typeface="Gisha" panose="020B0502040204020203" pitchFamily="34" charset="-79"/>
              </a:rPr>
              <a:t>OVERCOMING CHALLENGES</a:t>
            </a:r>
            <a:endParaRPr lang="en-SG" sz="3600" b="1" kern="1200">
              <a:solidFill>
                <a:srgbClr val="023F88"/>
              </a:solidFill>
              <a:latin typeface="Gisha" panose="020B0502040204020203" pitchFamily="34" charset="-79"/>
              <a:ea typeface="+mn-ea"/>
              <a:cs typeface="Gisha" panose="020B0502040204020203" pitchFamily="34" charset="-79"/>
            </a:endParaRPr>
          </a:p>
        </p:txBody>
      </p:sp>
      <p:sp>
        <p:nvSpPr>
          <p:cNvPr id="14" name="TextBox 13"/>
          <p:cNvSpPr txBox="1"/>
          <p:nvPr userDrawn="1"/>
        </p:nvSpPr>
        <p:spPr>
          <a:xfrm>
            <a:off x="1" y="954906"/>
            <a:ext cx="1219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spc="300">
                <a:solidFill>
                  <a:schemeClr val="tx1">
                    <a:lumMod val="75000"/>
                  </a:schemeClr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THROUGH INNOVATIVE ENGINEERING</a:t>
            </a:r>
            <a:endParaRPr lang="en-SG" sz="1400" b="1" spc="300">
              <a:solidFill>
                <a:schemeClr val="tx1">
                  <a:lumMod val="75000"/>
                </a:schemeClr>
              </a:solidFill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15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250482" y="1435631"/>
            <a:ext cx="2511571" cy="424732"/>
          </a:xfrm>
          <a:solidFill>
            <a:schemeClr val="accent1"/>
          </a:solidFill>
        </p:spPr>
        <p:txBody>
          <a:bodyPr wrap="square">
            <a:spAutoFit/>
          </a:bodyPr>
          <a:lstStyle>
            <a:lvl1pPr marL="0" indent="0" algn="l">
              <a:buNone/>
              <a:defRPr sz="2400" b="1">
                <a:solidFill>
                  <a:schemeClr val="bg1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1pPr>
            <a:lvl2pPr>
              <a:defRPr sz="4000" b="1">
                <a:solidFill>
                  <a:srgbClr val="023F88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2pPr>
            <a:lvl3pPr>
              <a:defRPr sz="4000" b="1">
                <a:solidFill>
                  <a:srgbClr val="023F88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3pPr>
            <a:lvl4pPr>
              <a:defRPr sz="4000" b="1">
                <a:solidFill>
                  <a:srgbClr val="023F88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4pPr>
            <a:lvl5pPr>
              <a:defRPr sz="4000" b="1">
                <a:solidFill>
                  <a:srgbClr val="023F88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5pPr>
          </a:lstStyle>
          <a:p>
            <a:pPr lvl="0"/>
            <a:r>
              <a:rPr lang="en-US"/>
              <a:t>PROJECT NAME</a:t>
            </a:r>
            <a:endParaRPr lang="en-SG"/>
          </a:p>
        </p:txBody>
      </p:sp>
      <p:cxnSp>
        <p:nvCxnSpPr>
          <p:cNvPr id="18" name="Straight Connector 17"/>
          <p:cNvCxnSpPr/>
          <p:nvPr userDrawn="1"/>
        </p:nvCxnSpPr>
        <p:spPr>
          <a:xfrm>
            <a:off x="3619893" y="2021080"/>
            <a:ext cx="0" cy="435144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 userDrawn="1"/>
        </p:nvCxnSpPr>
        <p:spPr>
          <a:xfrm>
            <a:off x="8455844" y="1945665"/>
            <a:ext cx="0" cy="435144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221550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aseStudySolution(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9165992" y="1435631"/>
            <a:ext cx="2511571" cy="4247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>
                <a:solidFill>
                  <a:schemeClr val="bg1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OUTCOME </a:t>
            </a:r>
          </a:p>
        </p:txBody>
      </p:sp>
      <p:sp>
        <p:nvSpPr>
          <p:cNvPr id="11" name="Rectangle 10"/>
          <p:cNvSpPr/>
          <p:nvPr userDrawn="1"/>
        </p:nvSpPr>
        <p:spPr>
          <a:xfrm>
            <a:off x="5487836" y="775119"/>
            <a:ext cx="1216325" cy="6901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3" name="TextBox 12"/>
          <p:cNvSpPr txBox="1"/>
          <p:nvPr userDrawn="1"/>
        </p:nvSpPr>
        <p:spPr>
          <a:xfrm>
            <a:off x="1" y="163293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kern="1200">
                <a:solidFill>
                  <a:srgbClr val="023F88"/>
                </a:solidFill>
                <a:latin typeface="Gisha" panose="020B0502040204020203" pitchFamily="34" charset="-79"/>
                <a:ea typeface="+mn-ea"/>
                <a:cs typeface="Gisha" panose="020B0502040204020203" pitchFamily="34" charset="-79"/>
              </a:rPr>
              <a:t>OVERCOMING CHALLENGES</a:t>
            </a:r>
            <a:endParaRPr lang="en-SG" sz="3600" b="1" kern="1200">
              <a:solidFill>
                <a:srgbClr val="023F88"/>
              </a:solidFill>
              <a:latin typeface="Gisha" panose="020B0502040204020203" pitchFamily="34" charset="-79"/>
              <a:ea typeface="+mn-ea"/>
              <a:cs typeface="Gisha" panose="020B0502040204020203" pitchFamily="34" charset="-79"/>
            </a:endParaRPr>
          </a:p>
        </p:txBody>
      </p:sp>
      <p:sp>
        <p:nvSpPr>
          <p:cNvPr id="14" name="TextBox 13"/>
          <p:cNvSpPr txBox="1"/>
          <p:nvPr userDrawn="1"/>
        </p:nvSpPr>
        <p:spPr>
          <a:xfrm>
            <a:off x="1" y="954906"/>
            <a:ext cx="1219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spc="300">
                <a:solidFill>
                  <a:schemeClr val="tx1">
                    <a:lumMod val="75000"/>
                  </a:schemeClr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THROUGH INNOVATIVE ENGINEERING</a:t>
            </a:r>
            <a:endParaRPr lang="en-SG" sz="1400" b="1" spc="300">
              <a:solidFill>
                <a:schemeClr val="tx1">
                  <a:lumMod val="75000"/>
                </a:schemeClr>
              </a:solidFill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15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250482" y="1435631"/>
            <a:ext cx="2511571" cy="424732"/>
          </a:xfrm>
          <a:solidFill>
            <a:schemeClr val="accent1"/>
          </a:solidFill>
        </p:spPr>
        <p:txBody>
          <a:bodyPr wrap="square">
            <a:spAutoFit/>
          </a:bodyPr>
          <a:lstStyle>
            <a:lvl1pPr marL="0" indent="0" algn="l">
              <a:buNone/>
              <a:defRPr sz="2400" b="1">
                <a:solidFill>
                  <a:schemeClr val="bg1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1pPr>
            <a:lvl2pPr>
              <a:defRPr sz="4000" b="1">
                <a:solidFill>
                  <a:srgbClr val="023F88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2pPr>
            <a:lvl3pPr>
              <a:defRPr sz="4000" b="1">
                <a:solidFill>
                  <a:srgbClr val="023F88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3pPr>
            <a:lvl4pPr>
              <a:defRPr sz="4000" b="1">
                <a:solidFill>
                  <a:srgbClr val="023F88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4pPr>
            <a:lvl5pPr>
              <a:defRPr sz="4000" b="1">
                <a:solidFill>
                  <a:srgbClr val="023F88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5pPr>
          </a:lstStyle>
          <a:p>
            <a:pPr lvl="0"/>
            <a:r>
              <a:rPr lang="en-US"/>
              <a:t>PROJECT NAME</a:t>
            </a:r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28758892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aseStudyBenAwar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 userDrawn="1"/>
        </p:nvSpPr>
        <p:spPr>
          <a:xfrm>
            <a:off x="6430353" y="1170739"/>
            <a:ext cx="5760060" cy="5687261"/>
          </a:xfrm>
          <a:prstGeom prst="rect">
            <a:avLst/>
          </a:prstGeom>
          <a:solidFill>
            <a:srgbClr val="4D4E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6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-2" y="1271084"/>
            <a:ext cx="4682534" cy="528637"/>
          </a:xfrm>
        </p:spPr>
        <p:txBody>
          <a:bodyPr>
            <a:noAutofit/>
          </a:bodyPr>
          <a:lstStyle>
            <a:lvl1pPr marL="0" indent="0" algn="ctr">
              <a:buNone/>
              <a:defRPr sz="3600" b="1">
                <a:solidFill>
                  <a:srgbClr val="023F88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1pPr>
            <a:lvl2pPr>
              <a:defRPr sz="4000" b="1">
                <a:solidFill>
                  <a:srgbClr val="023F88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2pPr>
            <a:lvl3pPr>
              <a:defRPr sz="4000" b="1">
                <a:solidFill>
                  <a:srgbClr val="023F88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3pPr>
            <a:lvl4pPr>
              <a:defRPr sz="4000" b="1">
                <a:solidFill>
                  <a:srgbClr val="023F88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4pPr>
            <a:lvl5pPr>
              <a:defRPr sz="4000" b="1">
                <a:solidFill>
                  <a:srgbClr val="023F88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5pPr>
          </a:lstStyle>
          <a:p>
            <a:pPr lvl="0"/>
            <a:r>
              <a:rPr lang="en-US"/>
              <a:t>BENEFIT TO CLIENT</a:t>
            </a:r>
            <a:endParaRPr lang="en-SG"/>
          </a:p>
        </p:txBody>
      </p:sp>
      <p:sp>
        <p:nvSpPr>
          <p:cNvPr id="7" name="Rectangle 6"/>
          <p:cNvSpPr/>
          <p:nvPr userDrawn="1"/>
        </p:nvSpPr>
        <p:spPr>
          <a:xfrm>
            <a:off x="0" y="775119"/>
            <a:ext cx="12191998" cy="100345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-2" y="875464"/>
            <a:ext cx="12192000" cy="295275"/>
          </a:xfrm>
        </p:spPr>
        <p:txBody>
          <a:bodyPr>
            <a:noAutofit/>
          </a:bodyPr>
          <a:lstStyle>
            <a:lvl1pPr marL="0" indent="0" algn="ctr">
              <a:buNone/>
              <a:defRPr lang="en-SG" sz="1400" b="1" kern="1200" spc="300" dirty="0">
                <a:solidFill>
                  <a:schemeClr val="accent3">
                    <a:lumMod val="50000"/>
                  </a:schemeClr>
                </a:solidFill>
                <a:latin typeface="Gisha" panose="020B0502040204020203" pitchFamily="34" charset="-79"/>
                <a:ea typeface="+mn-ea"/>
                <a:cs typeface="Gisha" panose="020B0502040204020203" pitchFamily="34" charset="-79"/>
              </a:defRPr>
            </a:lvl1pPr>
            <a:lvl2pPr>
              <a:defRPr sz="1200">
                <a:latin typeface="Gisha" panose="020B0502040204020203" pitchFamily="34" charset="-79"/>
                <a:cs typeface="Gisha" panose="020B0502040204020203" pitchFamily="34" charset="-79"/>
              </a:defRPr>
            </a:lvl2pPr>
            <a:lvl3pPr>
              <a:defRPr sz="1200">
                <a:latin typeface="Gisha" panose="020B0502040204020203" pitchFamily="34" charset="-79"/>
                <a:cs typeface="Gisha" panose="020B0502040204020203" pitchFamily="34" charset="-79"/>
              </a:defRPr>
            </a:lvl3pPr>
            <a:lvl4pPr>
              <a:defRPr sz="1200">
                <a:latin typeface="Gisha" panose="020B0502040204020203" pitchFamily="34" charset="-79"/>
                <a:cs typeface="Gisha" panose="020B0502040204020203" pitchFamily="34" charset="-79"/>
              </a:defRPr>
            </a:lvl4pPr>
            <a:lvl5pPr>
              <a:defRPr sz="1200">
                <a:latin typeface="Gisha" panose="020B0502040204020203" pitchFamily="34" charset="-79"/>
                <a:cs typeface="Gisha" panose="020B0502040204020203" pitchFamily="34" charset="-79"/>
              </a:defRPr>
            </a:lvl5pPr>
          </a:lstStyle>
          <a:p>
            <a:pPr lvl="0"/>
            <a:r>
              <a:rPr lang="en-US"/>
              <a:t>PROJECT NAME, COUNTRY</a:t>
            </a:r>
            <a:endParaRPr lang="en-SG"/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6430947" y="1255979"/>
            <a:ext cx="5761052" cy="528637"/>
          </a:xfrm>
        </p:spPr>
        <p:txBody>
          <a:bodyPr>
            <a:noAutofit/>
          </a:bodyPr>
          <a:lstStyle>
            <a:lvl1pPr marL="0" indent="0" algn="ctr">
              <a:buNone/>
              <a:defRPr sz="3600" b="1">
                <a:solidFill>
                  <a:schemeClr val="bg1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1pPr>
            <a:lvl2pPr>
              <a:defRPr sz="4000" b="1">
                <a:solidFill>
                  <a:srgbClr val="023F88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2pPr>
            <a:lvl3pPr>
              <a:defRPr sz="4000" b="1">
                <a:solidFill>
                  <a:srgbClr val="023F88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3pPr>
            <a:lvl4pPr>
              <a:defRPr sz="4000" b="1">
                <a:solidFill>
                  <a:srgbClr val="023F88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4pPr>
            <a:lvl5pPr>
              <a:defRPr sz="4000" b="1">
                <a:solidFill>
                  <a:srgbClr val="023F88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5pPr>
          </a:lstStyle>
          <a:p>
            <a:pPr lvl="0"/>
            <a:r>
              <a:rPr lang="en-US"/>
              <a:t>AWARDS/RECOGNITION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111125" y="1898650"/>
            <a:ext cx="4572000" cy="4351338"/>
          </a:xfrm>
        </p:spPr>
        <p:txBody>
          <a:bodyPr/>
          <a:lstStyle>
            <a:lvl1pPr>
              <a:defRPr>
                <a:latin typeface="Gisha" panose="020B0502040204020203" pitchFamily="34" charset="-79"/>
                <a:cs typeface="Gisha" panose="020B0502040204020203" pitchFamily="34" charset="-79"/>
              </a:defRPr>
            </a:lvl1pPr>
            <a:lvl2pPr>
              <a:defRPr>
                <a:latin typeface="Gisha" panose="020B0502040204020203" pitchFamily="34" charset="-79"/>
                <a:cs typeface="Gisha" panose="020B0502040204020203" pitchFamily="34" charset="-79"/>
              </a:defRPr>
            </a:lvl2pPr>
            <a:lvl3pPr>
              <a:defRPr>
                <a:latin typeface="Gisha" panose="020B0502040204020203" pitchFamily="34" charset="-79"/>
                <a:cs typeface="Gisha" panose="020B0502040204020203" pitchFamily="34" charset="-79"/>
              </a:defRPr>
            </a:lvl3pPr>
            <a:lvl4pPr>
              <a:defRPr>
                <a:latin typeface="Gisha" panose="020B0502040204020203" pitchFamily="34" charset="-79"/>
                <a:cs typeface="Gisha" panose="020B0502040204020203" pitchFamily="34" charset="-79"/>
              </a:defRPr>
            </a:lvl4pPr>
            <a:lvl5pPr>
              <a:defRPr>
                <a:latin typeface="Gisha" panose="020B0502040204020203" pitchFamily="34" charset="-79"/>
                <a:cs typeface="Gisha" panose="020B0502040204020203" pitchFamily="34" charset="-79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/>
          </p:nvPr>
        </p:nvSpPr>
        <p:spPr>
          <a:xfrm>
            <a:off x="6430946" y="1800225"/>
            <a:ext cx="5761054" cy="444976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81423314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amOrg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1" y="246482"/>
            <a:ext cx="12191999" cy="528637"/>
          </a:xfrm>
        </p:spPr>
        <p:txBody>
          <a:bodyPr>
            <a:noAutofit/>
          </a:bodyPr>
          <a:lstStyle>
            <a:lvl1pPr marL="0" indent="0" algn="ctr">
              <a:buNone/>
              <a:defRPr sz="3600" b="1">
                <a:solidFill>
                  <a:srgbClr val="023F88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1pPr>
            <a:lvl2pPr>
              <a:defRPr sz="4000" b="1">
                <a:solidFill>
                  <a:srgbClr val="023F88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2pPr>
            <a:lvl3pPr>
              <a:defRPr sz="4000" b="1">
                <a:solidFill>
                  <a:srgbClr val="023F88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3pPr>
            <a:lvl4pPr>
              <a:defRPr sz="4000" b="1">
                <a:solidFill>
                  <a:srgbClr val="023F88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4pPr>
            <a:lvl5pPr>
              <a:defRPr sz="4000" b="1">
                <a:solidFill>
                  <a:srgbClr val="023F88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5pPr>
          </a:lstStyle>
          <a:p>
            <a:pPr lvl="0"/>
            <a:r>
              <a:rPr lang="en-US"/>
              <a:t>TEAM ORGANISATION CHART</a:t>
            </a:r>
            <a:endParaRPr lang="en-SG"/>
          </a:p>
        </p:txBody>
      </p:sp>
      <p:sp>
        <p:nvSpPr>
          <p:cNvPr id="9" name="Rectangle 8"/>
          <p:cNvSpPr/>
          <p:nvPr userDrawn="1"/>
        </p:nvSpPr>
        <p:spPr>
          <a:xfrm>
            <a:off x="5487836" y="775119"/>
            <a:ext cx="1216325" cy="6901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33450"/>
            <a:ext cx="12192000" cy="295275"/>
          </a:xfrm>
        </p:spPr>
        <p:txBody>
          <a:bodyPr>
            <a:noAutofit/>
          </a:bodyPr>
          <a:lstStyle>
            <a:lvl1pPr marL="0" indent="0" algn="ctr">
              <a:buNone/>
              <a:defRPr sz="1400" b="1" spc="300">
                <a:solidFill>
                  <a:schemeClr val="accent3">
                    <a:lumMod val="50000"/>
                  </a:schemeClr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1pPr>
            <a:lvl2pPr>
              <a:defRPr sz="1200">
                <a:latin typeface="Gisha" panose="020B0502040204020203" pitchFamily="34" charset="-79"/>
                <a:cs typeface="Gisha" panose="020B0502040204020203" pitchFamily="34" charset="-79"/>
              </a:defRPr>
            </a:lvl2pPr>
            <a:lvl3pPr>
              <a:defRPr sz="1200">
                <a:latin typeface="Gisha" panose="020B0502040204020203" pitchFamily="34" charset="-79"/>
                <a:cs typeface="Gisha" panose="020B0502040204020203" pitchFamily="34" charset="-79"/>
              </a:defRPr>
            </a:lvl3pPr>
            <a:lvl4pPr>
              <a:defRPr sz="1200">
                <a:latin typeface="Gisha" panose="020B0502040204020203" pitchFamily="34" charset="-79"/>
                <a:cs typeface="Gisha" panose="020B0502040204020203" pitchFamily="34" charset="-79"/>
              </a:defRPr>
            </a:lvl4pPr>
            <a:lvl5pPr>
              <a:defRPr sz="1200">
                <a:latin typeface="Gisha" panose="020B0502040204020203" pitchFamily="34" charset="-79"/>
                <a:cs typeface="Gisha" panose="020B0502040204020203" pitchFamily="34" charset="-79"/>
              </a:defRPr>
            </a:lvl5pPr>
          </a:lstStyle>
          <a:p>
            <a:pPr lvl="0"/>
            <a:r>
              <a:rPr lang="en-US"/>
              <a:t>PROJECT NAME</a:t>
            </a:r>
            <a:endParaRPr lang="en-SG"/>
          </a:p>
        </p:txBody>
      </p:sp>
      <p:sp>
        <p:nvSpPr>
          <p:cNvPr id="3" name="Chart Placeholder 2"/>
          <p:cNvSpPr>
            <a:spLocks noGrp="1"/>
          </p:cNvSpPr>
          <p:nvPr>
            <p:ph type="chart" sz="quarter" idx="12"/>
          </p:nvPr>
        </p:nvSpPr>
        <p:spPr>
          <a:xfrm>
            <a:off x="0" y="1336675"/>
            <a:ext cx="12192000" cy="5521325"/>
          </a:xfrm>
        </p:spPr>
        <p:txBody>
          <a:bodyPr/>
          <a:lstStyle/>
          <a:p>
            <a:endParaRPr lang="en-SG"/>
          </a:p>
        </p:txBody>
      </p:sp>
      <p:grpSp>
        <p:nvGrpSpPr>
          <p:cNvPr id="11" name="Group 10"/>
          <p:cNvGrpSpPr/>
          <p:nvPr userDrawn="1"/>
        </p:nvGrpSpPr>
        <p:grpSpPr>
          <a:xfrm>
            <a:off x="367566" y="1324139"/>
            <a:ext cx="11341356" cy="5163769"/>
            <a:chOff x="100146" y="295506"/>
            <a:chExt cx="12013476" cy="6133845"/>
          </a:xfrm>
        </p:grpSpPr>
        <p:cxnSp>
          <p:nvCxnSpPr>
            <p:cNvPr id="12" name="Straight Connector 11"/>
            <p:cNvCxnSpPr/>
            <p:nvPr/>
          </p:nvCxnSpPr>
          <p:spPr>
            <a:xfrm>
              <a:off x="3079841" y="3437180"/>
              <a:ext cx="818" cy="49174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Rectangle 12"/>
            <p:cNvSpPr/>
            <p:nvPr/>
          </p:nvSpPr>
          <p:spPr>
            <a:xfrm>
              <a:off x="4868092" y="295506"/>
              <a:ext cx="2455817" cy="326572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sz="1100">
                <a:solidFill>
                  <a:schemeClr val="bg1"/>
                </a:solidFill>
                <a:latin typeface="Gisha" panose="020B0502040204020203" pitchFamily="34" charset="-79"/>
                <a:cs typeface="Gisha" panose="020B0502040204020203" pitchFamily="34" charset="-79"/>
              </a:endParaRP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4868092" y="622079"/>
              <a:ext cx="2455817" cy="3107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SG" sz="1100">
                  <a:latin typeface="Gisha" panose="020B0502040204020203" pitchFamily="34" charset="-79"/>
                  <a:cs typeface="Gisha" panose="020B0502040204020203" pitchFamily="34" charset="-79"/>
                </a:rPr>
                <a:t>Employer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4868089" y="1083744"/>
              <a:ext cx="2455817" cy="326572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sz="1100">
                <a:solidFill>
                  <a:schemeClr val="bg1"/>
                </a:solidFill>
                <a:latin typeface="Gisha" panose="020B0502040204020203" pitchFamily="34" charset="-79"/>
                <a:cs typeface="Gisha" panose="020B0502040204020203" pitchFamily="34" charset="-79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4868090" y="1410316"/>
              <a:ext cx="2455817" cy="3107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SG" sz="1100">
                  <a:latin typeface="Gisha" panose="020B0502040204020203" pitchFamily="34" charset="-79"/>
                  <a:cs typeface="Gisha" panose="020B0502040204020203" pitchFamily="34" charset="-79"/>
                </a:rPr>
                <a:t>Client</a:t>
              </a:r>
            </a:p>
          </p:txBody>
        </p:sp>
        <p:cxnSp>
          <p:nvCxnSpPr>
            <p:cNvPr id="17" name="Straight Connector 16"/>
            <p:cNvCxnSpPr>
              <a:stCxn id="14" idx="2"/>
              <a:endCxn id="15" idx="0"/>
            </p:cNvCxnSpPr>
            <p:nvPr/>
          </p:nvCxnSpPr>
          <p:spPr>
            <a:xfrm flipH="1">
              <a:off x="6095998" y="932835"/>
              <a:ext cx="3" cy="15090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Rectangle 17"/>
            <p:cNvSpPr/>
            <p:nvPr/>
          </p:nvSpPr>
          <p:spPr>
            <a:xfrm>
              <a:off x="4868091" y="1824159"/>
              <a:ext cx="2455817" cy="326572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G" sz="1100">
                  <a:solidFill>
                    <a:schemeClr val="bg1"/>
                  </a:solidFill>
                  <a:latin typeface="Gisha" panose="020B0502040204020203" pitchFamily="34" charset="-79"/>
                  <a:cs typeface="Gisha" panose="020B0502040204020203" pitchFamily="34" charset="-79"/>
                </a:rPr>
                <a:t>Job Director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4868090" y="2150731"/>
              <a:ext cx="2455817" cy="310757"/>
            </a:xfrm>
            <a:prstGeom prst="rect">
              <a:avLst/>
            </a:prstGeom>
            <a:noFill/>
            <a:ln>
              <a:solidFill>
                <a:schemeClr val="accent1">
                  <a:lumMod val="7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endParaRPr lang="en-SG" sz="1100">
                <a:latin typeface="Gisha" panose="020B0502040204020203" pitchFamily="34" charset="-79"/>
                <a:cs typeface="Gisha" panose="020B0502040204020203" pitchFamily="34" charset="-79"/>
              </a:endParaRPr>
            </a:p>
          </p:txBody>
        </p:sp>
        <p:sp>
          <p:nvSpPr>
            <p:cNvPr id="20" name="Rectangle 19"/>
            <p:cNvSpPr/>
            <p:nvPr/>
          </p:nvSpPr>
          <p:spPr>
            <a:xfrm>
              <a:off x="4868091" y="2477303"/>
              <a:ext cx="2455817" cy="326572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G" sz="1100">
                  <a:solidFill>
                    <a:schemeClr val="bg1"/>
                  </a:solidFill>
                  <a:latin typeface="Gisha" panose="020B0502040204020203" pitchFamily="34" charset="-79"/>
                  <a:cs typeface="Gisha" panose="020B0502040204020203" pitchFamily="34" charset="-79"/>
                </a:rPr>
                <a:t>Project Manager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4868090" y="2794476"/>
              <a:ext cx="2455817" cy="310757"/>
            </a:xfrm>
            <a:prstGeom prst="rect">
              <a:avLst/>
            </a:prstGeom>
            <a:noFill/>
            <a:ln>
              <a:solidFill>
                <a:schemeClr val="accent1">
                  <a:lumMod val="7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endParaRPr lang="en-SG" sz="1100">
                <a:latin typeface="Gisha" panose="020B0502040204020203" pitchFamily="34" charset="-79"/>
                <a:cs typeface="Gisha" panose="020B0502040204020203" pitchFamily="34" charset="-79"/>
              </a:endParaRPr>
            </a:p>
          </p:txBody>
        </p:sp>
        <p:cxnSp>
          <p:nvCxnSpPr>
            <p:cNvPr id="22" name="Straight Connector 21"/>
            <p:cNvCxnSpPr/>
            <p:nvPr/>
          </p:nvCxnSpPr>
          <p:spPr>
            <a:xfrm>
              <a:off x="6095995" y="1660873"/>
              <a:ext cx="0" cy="16328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Rectangle 22"/>
            <p:cNvSpPr/>
            <p:nvPr/>
          </p:nvSpPr>
          <p:spPr>
            <a:xfrm>
              <a:off x="1432562" y="2141333"/>
              <a:ext cx="2455817" cy="326572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G" sz="1100">
                  <a:solidFill>
                    <a:schemeClr val="bg1"/>
                  </a:solidFill>
                  <a:latin typeface="Gisha" panose="020B0502040204020203" pitchFamily="34" charset="-79"/>
                  <a:cs typeface="Gisha" panose="020B0502040204020203" pitchFamily="34" charset="-79"/>
                </a:rPr>
                <a:t>Design for Safety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1432560" y="2458506"/>
              <a:ext cx="2455817" cy="310757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endParaRPr lang="en-SG" sz="1100">
                <a:latin typeface="Gisha" panose="020B0502040204020203" pitchFamily="34" charset="-79"/>
                <a:cs typeface="Gisha" panose="020B0502040204020203" pitchFamily="34" charset="-79"/>
              </a:endParaRP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8303616" y="1987445"/>
              <a:ext cx="2455817" cy="326572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G" sz="1100">
                  <a:solidFill>
                    <a:schemeClr val="bg1"/>
                  </a:solidFill>
                  <a:latin typeface="Gisha" panose="020B0502040204020203" pitchFamily="34" charset="-79"/>
                  <a:cs typeface="Gisha" panose="020B0502040204020203" pitchFamily="34" charset="-79"/>
                </a:rPr>
                <a:t>Peer Review Panel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8303614" y="2304619"/>
              <a:ext cx="2455817" cy="310757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endParaRPr lang="en-SG" sz="1100">
                <a:latin typeface="Gisha" panose="020B0502040204020203" pitchFamily="34" charset="-79"/>
                <a:cs typeface="Gisha" panose="020B0502040204020203" pitchFamily="34" charset="-79"/>
              </a:endParaRP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100148" y="3790642"/>
              <a:ext cx="1859285" cy="432448"/>
            </a:xfrm>
            <a:prstGeom prst="rect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G" sz="1100">
                  <a:solidFill>
                    <a:schemeClr val="bg1"/>
                  </a:solidFill>
                  <a:latin typeface="Gisha" panose="020B0502040204020203" pitchFamily="34" charset="-79"/>
                  <a:cs typeface="Gisha" panose="020B0502040204020203" pitchFamily="34" charset="-79"/>
                </a:rPr>
                <a:t>Cut-&amp;-Cover Tunnel Structures 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100146" y="4223089"/>
              <a:ext cx="1859285" cy="2206262"/>
            </a:xfrm>
            <a:prstGeom prst="rect">
              <a:avLst/>
            </a:prstGeom>
            <a:noFill/>
            <a:ln>
              <a:solidFill>
                <a:srgbClr val="FFC000"/>
              </a:solidFill>
            </a:ln>
          </p:spPr>
          <p:txBody>
            <a:bodyPr wrap="square" rtlCol="0">
              <a:noAutofit/>
            </a:bodyPr>
            <a:lstStyle/>
            <a:p>
              <a:pPr algn="ctr"/>
              <a:endParaRPr lang="en-SG" sz="1100">
                <a:latin typeface="Gisha" panose="020B0502040204020203" pitchFamily="34" charset="-79"/>
                <a:cs typeface="Gisha" panose="020B0502040204020203" pitchFamily="34" charset="-79"/>
              </a:endParaRPr>
            </a:p>
          </p:txBody>
        </p:sp>
        <p:sp>
          <p:nvSpPr>
            <p:cNvPr id="29" name="Rectangle 28"/>
            <p:cNvSpPr/>
            <p:nvPr/>
          </p:nvSpPr>
          <p:spPr>
            <a:xfrm>
              <a:off x="2151017" y="3790642"/>
              <a:ext cx="1859285" cy="326572"/>
            </a:xfrm>
            <a:prstGeom prst="rect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G" sz="1100">
                  <a:solidFill>
                    <a:schemeClr val="bg1"/>
                  </a:solidFill>
                  <a:latin typeface="Gisha" panose="020B0502040204020203" pitchFamily="34" charset="-79"/>
                  <a:cs typeface="Gisha" panose="020B0502040204020203" pitchFamily="34" charset="-79"/>
                </a:rPr>
                <a:t>Civil Works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2151015" y="4107816"/>
              <a:ext cx="1859285" cy="2321535"/>
            </a:xfrm>
            <a:prstGeom prst="rect">
              <a:avLst/>
            </a:prstGeom>
            <a:noFill/>
            <a:ln>
              <a:solidFill>
                <a:srgbClr val="FFC000"/>
              </a:solidFill>
            </a:ln>
          </p:spPr>
          <p:txBody>
            <a:bodyPr wrap="square" rtlCol="0">
              <a:noAutofit/>
            </a:bodyPr>
            <a:lstStyle/>
            <a:p>
              <a:pPr algn="ctr"/>
              <a:endParaRPr lang="en-SG" sz="1100">
                <a:latin typeface="Gisha" panose="020B0502040204020203" pitchFamily="34" charset="-79"/>
                <a:cs typeface="Gisha" panose="020B0502040204020203" pitchFamily="34" charset="-79"/>
              </a:endParaRPr>
            </a:p>
          </p:txBody>
        </p:sp>
        <p:sp>
          <p:nvSpPr>
            <p:cNvPr id="31" name="Rectangle 30"/>
            <p:cNvSpPr/>
            <p:nvPr/>
          </p:nvSpPr>
          <p:spPr>
            <a:xfrm>
              <a:off x="4201884" y="3786959"/>
              <a:ext cx="1859285" cy="326572"/>
            </a:xfrm>
            <a:prstGeom prst="rect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G" sz="1100">
                  <a:solidFill>
                    <a:schemeClr val="bg1"/>
                  </a:solidFill>
                  <a:latin typeface="Gisha" panose="020B0502040204020203" pitchFamily="34" charset="-79"/>
                  <a:cs typeface="Gisha" panose="020B0502040204020203" pitchFamily="34" charset="-79"/>
                </a:rPr>
                <a:t>Temp Works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4201881" y="4104135"/>
              <a:ext cx="1859285" cy="2325216"/>
            </a:xfrm>
            <a:prstGeom prst="rect">
              <a:avLst/>
            </a:prstGeom>
            <a:noFill/>
            <a:ln>
              <a:solidFill>
                <a:srgbClr val="FFC000"/>
              </a:solidFill>
            </a:ln>
          </p:spPr>
          <p:txBody>
            <a:bodyPr wrap="square" rtlCol="0">
              <a:noAutofit/>
            </a:bodyPr>
            <a:lstStyle/>
            <a:p>
              <a:pPr algn="ctr"/>
              <a:endParaRPr lang="en-SG" sz="1100">
                <a:latin typeface="Gisha" panose="020B0502040204020203" pitchFamily="34" charset="-79"/>
                <a:cs typeface="Gisha" panose="020B0502040204020203" pitchFamily="34" charset="-79"/>
              </a:endParaRPr>
            </a:p>
          </p:txBody>
        </p:sp>
        <p:sp>
          <p:nvSpPr>
            <p:cNvPr id="33" name="Rectangle 32"/>
            <p:cNvSpPr/>
            <p:nvPr/>
          </p:nvSpPr>
          <p:spPr>
            <a:xfrm>
              <a:off x="6252749" y="3775034"/>
              <a:ext cx="1859285" cy="326572"/>
            </a:xfrm>
            <a:prstGeom prst="rect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G" sz="1100">
                  <a:solidFill>
                    <a:schemeClr val="bg1"/>
                  </a:solidFill>
                  <a:latin typeface="Gisha" panose="020B0502040204020203" pitchFamily="34" charset="-79"/>
                  <a:cs typeface="Gisha" panose="020B0502040204020203" pitchFamily="34" charset="-79"/>
                </a:rPr>
                <a:t>Geotechnical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6252747" y="4092208"/>
              <a:ext cx="1859285" cy="2337143"/>
            </a:xfrm>
            <a:prstGeom prst="rect">
              <a:avLst/>
            </a:prstGeom>
            <a:noFill/>
            <a:ln>
              <a:solidFill>
                <a:srgbClr val="FFC000"/>
              </a:solidFill>
            </a:ln>
          </p:spPr>
          <p:txBody>
            <a:bodyPr wrap="square" rtlCol="0">
              <a:noAutofit/>
            </a:bodyPr>
            <a:lstStyle/>
            <a:p>
              <a:pPr algn="ctr"/>
              <a:endParaRPr lang="en-SG" sz="1100">
                <a:latin typeface="Gisha" panose="020B0502040204020203" pitchFamily="34" charset="-79"/>
                <a:cs typeface="Gisha" panose="020B0502040204020203" pitchFamily="34" charset="-79"/>
              </a:endParaRPr>
            </a:p>
          </p:txBody>
        </p:sp>
        <p:sp>
          <p:nvSpPr>
            <p:cNvPr id="35" name="Rectangle 34"/>
            <p:cNvSpPr/>
            <p:nvPr/>
          </p:nvSpPr>
          <p:spPr>
            <a:xfrm>
              <a:off x="8303612" y="3765636"/>
              <a:ext cx="1859285" cy="457454"/>
            </a:xfrm>
            <a:prstGeom prst="rect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G" sz="1100">
                  <a:solidFill>
                    <a:schemeClr val="bg1"/>
                  </a:solidFill>
                  <a:latin typeface="Gisha" panose="020B0502040204020203" pitchFamily="34" charset="-79"/>
                  <a:cs typeface="Gisha" panose="020B0502040204020203" pitchFamily="34" charset="-79"/>
                </a:rPr>
                <a:t>Mechanical &amp; Electrical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8303610" y="4223087"/>
              <a:ext cx="1859285" cy="2206262"/>
            </a:xfrm>
            <a:prstGeom prst="rect">
              <a:avLst/>
            </a:prstGeom>
            <a:noFill/>
            <a:ln>
              <a:solidFill>
                <a:srgbClr val="FFC000"/>
              </a:solidFill>
            </a:ln>
          </p:spPr>
          <p:txBody>
            <a:bodyPr wrap="square" rtlCol="0">
              <a:noAutofit/>
            </a:bodyPr>
            <a:lstStyle/>
            <a:p>
              <a:pPr algn="ctr"/>
              <a:endParaRPr lang="en-SG" sz="1100">
                <a:latin typeface="Gisha" panose="020B0502040204020203" pitchFamily="34" charset="-79"/>
                <a:cs typeface="Gisha" panose="020B0502040204020203" pitchFamily="34" charset="-79"/>
              </a:endParaRPr>
            </a:p>
          </p:txBody>
        </p:sp>
        <p:sp>
          <p:nvSpPr>
            <p:cNvPr id="37" name="Rectangle 36"/>
            <p:cNvSpPr/>
            <p:nvPr/>
          </p:nvSpPr>
          <p:spPr>
            <a:xfrm>
              <a:off x="10254337" y="3765636"/>
              <a:ext cx="1859285" cy="326572"/>
            </a:xfrm>
            <a:prstGeom prst="rect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G" sz="1100">
                  <a:solidFill>
                    <a:schemeClr val="bg1"/>
                  </a:solidFill>
                  <a:latin typeface="Gisha" panose="020B0502040204020203" pitchFamily="34" charset="-79"/>
                  <a:cs typeface="Gisha" panose="020B0502040204020203" pitchFamily="34" charset="-79"/>
                </a:rPr>
                <a:t>BIM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10254335" y="4082810"/>
              <a:ext cx="1859285" cy="2346539"/>
            </a:xfrm>
            <a:prstGeom prst="rect">
              <a:avLst/>
            </a:prstGeom>
            <a:noFill/>
            <a:ln>
              <a:solidFill>
                <a:srgbClr val="FFC000"/>
              </a:solidFill>
            </a:ln>
          </p:spPr>
          <p:txBody>
            <a:bodyPr wrap="square" rtlCol="0">
              <a:noAutofit/>
            </a:bodyPr>
            <a:lstStyle/>
            <a:p>
              <a:pPr algn="ctr"/>
              <a:endParaRPr lang="en-SG" sz="1100">
                <a:latin typeface="Gisha" panose="020B0502040204020203" pitchFamily="34" charset="-79"/>
                <a:cs typeface="Gisha" panose="020B0502040204020203" pitchFamily="34" charset="-79"/>
              </a:endParaRPr>
            </a:p>
          </p:txBody>
        </p:sp>
        <p:cxnSp>
          <p:nvCxnSpPr>
            <p:cNvPr id="39" name="Straight Connector 38"/>
            <p:cNvCxnSpPr>
              <a:stCxn id="23" idx="3"/>
              <a:endCxn id="19" idx="1"/>
            </p:cNvCxnSpPr>
            <p:nvPr/>
          </p:nvCxnSpPr>
          <p:spPr>
            <a:xfrm>
              <a:off x="3888379" y="2304619"/>
              <a:ext cx="979711" cy="149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>
              <a:stCxn id="19" idx="3"/>
            </p:cNvCxnSpPr>
            <p:nvPr/>
          </p:nvCxnSpPr>
          <p:spPr>
            <a:xfrm flipV="1">
              <a:off x="7323907" y="2304622"/>
              <a:ext cx="979704" cy="148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Elbow Connector 43"/>
            <p:cNvCxnSpPr>
              <a:stCxn id="21" idx="2"/>
              <a:endCxn id="27" idx="0"/>
            </p:cNvCxnSpPr>
            <p:nvPr/>
          </p:nvCxnSpPr>
          <p:spPr>
            <a:xfrm rot="5400000">
              <a:off x="3220191" y="914833"/>
              <a:ext cx="685409" cy="5066208"/>
            </a:xfrm>
            <a:prstGeom prst="bentConnector3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>
              <a:stCxn id="31" idx="0"/>
            </p:cNvCxnSpPr>
            <p:nvPr/>
          </p:nvCxnSpPr>
          <p:spPr>
            <a:xfrm flipH="1" flipV="1">
              <a:off x="5131524" y="3437180"/>
              <a:ext cx="3" cy="34977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Elbow Connector 56"/>
            <p:cNvCxnSpPr>
              <a:stCxn id="21" idx="2"/>
              <a:endCxn id="37" idx="0"/>
            </p:cNvCxnSpPr>
            <p:nvPr/>
          </p:nvCxnSpPr>
          <p:spPr>
            <a:xfrm rot="16200000" flipH="1">
              <a:off x="8309788" y="891442"/>
              <a:ext cx="660403" cy="5087981"/>
            </a:xfrm>
            <a:prstGeom prst="bentConnector3">
              <a:avLst>
                <a:gd name="adj1" fmla="val 51713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/>
            <p:cNvCxnSpPr>
              <a:stCxn id="35" idx="0"/>
            </p:cNvCxnSpPr>
            <p:nvPr/>
          </p:nvCxnSpPr>
          <p:spPr>
            <a:xfrm flipH="1" flipV="1">
              <a:off x="9233252" y="3446448"/>
              <a:ext cx="3" cy="31918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/>
            <p:cNvCxnSpPr>
              <a:stCxn id="33" idx="0"/>
            </p:cNvCxnSpPr>
            <p:nvPr/>
          </p:nvCxnSpPr>
          <p:spPr>
            <a:xfrm flipH="1" flipV="1">
              <a:off x="7182389" y="3433944"/>
              <a:ext cx="3" cy="34109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3406551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amOverview(4x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3"/>
          <p:cNvSpPr>
            <a:spLocks noGrp="1" noChangeAspect="1"/>
          </p:cNvSpPr>
          <p:nvPr>
            <p:ph type="pic" sz="quarter" idx="26"/>
          </p:nvPr>
        </p:nvSpPr>
        <p:spPr>
          <a:xfrm>
            <a:off x="6670340" y="1836610"/>
            <a:ext cx="1895570" cy="1895076"/>
          </a:xfrm>
          <a:prstGeom prst="ellipse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>
            <a:normAutofit/>
          </a:bodyPr>
          <a:lstStyle>
            <a:lvl1pPr marL="0" indent="0">
              <a:buNone/>
              <a:defRPr sz="1300" b="1" i="0">
                <a:ln>
                  <a:noFill/>
                </a:ln>
                <a:solidFill>
                  <a:schemeClr val="tx2"/>
                </a:solidFill>
                <a:latin typeface="Roboto" charset="0"/>
                <a:ea typeface="Roboto" charset="0"/>
                <a:cs typeface="Roboto" charset="0"/>
              </a:defRPr>
            </a:lvl1pPr>
          </a:lstStyle>
          <a:p>
            <a:pPr lvl="0"/>
            <a:endParaRPr lang="en-US" noProof="0"/>
          </a:p>
        </p:txBody>
      </p:sp>
      <p:sp>
        <p:nvSpPr>
          <p:cNvPr id="20" name="Picture Placeholder 13"/>
          <p:cNvSpPr>
            <a:spLocks noGrp="1" noChangeAspect="1"/>
          </p:cNvSpPr>
          <p:nvPr>
            <p:ph type="pic" sz="quarter" idx="27"/>
          </p:nvPr>
        </p:nvSpPr>
        <p:spPr>
          <a:xfrm>
            <a:off x="3620465" y="1836610"/>
            <a:ext cx="1895570" cy="1895076"/>
          </a:xfrm>
          <a:prstGeom prst="ellipse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>
            <a:normAutofit/>
          </a:bodyPr>
          <a:lstStyle>
            <a:lvl1pPr marL="0" indent="0">
              <a:buNone/>
              <a:defRPr sz="1300" b="1" i="0">
                <a:ln>
                  <a:noFill/>
                </a:ln>
                <a:solidFill>
                  <a:schemeClr val="tx2"/>
                </a:solidFill>
                <a:latin typeface="Roboto" charset="0"/>
                <a:ea typeface="Roboto" charset="0"/>
                <a:cs typeface="Roboto" charset="0"/>
              </a:defRPr>
            </a:lvl1pPr>
          </a:lstStyle>
          <a:p>
            <a:pPr lvl="0"/>
            <a:endParaRPr lang="en-US" noProof="0"/>
          </a:p>
        </p:txBody>
      </p:sp>
      <p:sp>
        <p:nvSpPr>
          <p:cNvPr id="21" name="Picture Placeholder 13"/>
          <p:cNvSpPr>
            <a:spLocks noGrp="1" noChangeAspect="1"/>
          </p:cNvSpPr>
          <p:nvPr>
            <p:ph type="pic" sz="quarter" idx="28"/>
          </p:nvPr>
        </p:nvSpPr>
        <p:spPr>
          <a:xfrm>
            <a:off x="570590" y="1836610"/>
            <a:ext cx="1895570" cy="1895076"/>
          </a:xfrm>
          <a:prstGeom prst="ellipse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>
            <a:normAutofit/>
          </a:bodyPr>
          <a:lstStyle>
            <a:lvl1pPr marL="0" indent="0">
              <a:buNone/>
              <a:defRPr sz="1300" b="1" i="0">
                <a:ln>
                  <a:noFill/>
                </a:ln>
                <a:solidFill>
                  <a:schemeClr val="tx2"/>
                </a:solidFill>
                <a:latin typeface="Roboto" charset="0"/>
                <a:ea typeface="Roboto" charset="0"/>
                <a:cs typeface="Roboto" charset="0"/>
              </a:defRPr>
            </a:lvl1pPr>
          </a:lstStyle>
          <a:p>
            <a:pPr lvl="0"/>
            <a:endParaRPr lang="en-US" noProof="0"/>
          </a:p>
        </p:txBody>
      </p:sp>
      <p:sp>
        <p:nvSpPr>
          <p:cNvPr id="6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57163"/>
            <a:ext cx="12191999" cy="528637"/>
          </a:xfrm>
        </p:spPr>
        <p:txBody>
          <a:bodyPr>
            <a:noAutofit/>
          </a:bodyPr>
          <a:lstStyle>
            <a:lvl1pPr marL="0" indent="0" algn="ctr">
              <a:buNone/>
              <a:defRPr sz="3600" b="1">
                <a:solidFill>
                  <a:srgbClr val="023F88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1pPr>
            <a:lvl2pPr>
              <a:defRPr sz="4000" b="1">
                <a:solidFill>
                  <a:srgbClr val="023F88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2pPr>
            <a:lvl3pPr>
              <a:defRPr sz="4000" b="1">
                <a:solidFill>
                  <a:srgbClr val="023F88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3pPr>
            <a:lvl4pPr>
              <a:defRPr sz="4000" b="1">
                <a:solidFill>
                  <a:srgbClr val="023F88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4pPr>
            <a:lvl5pPr>
              <a:defRPr sz="4000" b="1">
                <a:solidFill>
                  <a:srgbClr val="023F88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5pPr>
          </a:lstStyle>
          <a:p>
            <a:pPr lvl="0"/>
            <a:r>
              <a:rPr lang="en-US"/>
              <a:t>OUR TEAM</a:t>
            </a:r>
            <a:endParaRPr lang="en-SG"/>
          </a:p>
        </p:txBody>
      </p:sp>
      <p:sp>
        <p:nvSpPr>
          <p:cNvPr id="7" name="Rectangle 6"/>
          <p:cNvSpPr/>
          <p:nvPr userDrawn="1"/>
        </p:nvSpPr>
        <p:spPr>
          <a:xfrm>
            <a:off x="5487836" y="775119"/>
            <a:ext cx="1216325" cy="6901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8" name="Picture Placeholder 13"/>
          <p:cNvSpPr>
            <a:spLocks noGrp="1" noChangeAspect="1"/>
          </p:cNvSpPr>
          <p:nvPr>
            <p:ph type="pic" sz="quarter" idx="29"/>
          </p:nvPr>
        </p:nvSpPr>
        <p:spPr>
          <a:xfrm>
            <a:off x="9720215" y="1836610"/>
            <a:ext cx="1895570" cy="1895076"/>
          </a:xfrm>
          <a:prstGeom prst="ellipse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>
            <a:normAutofit/>
          </a:bodyPr>
          <a:lstStyle>
            <a:lvl1pPr marL="0" indent="0">
              <a:buNone/>
              <a:defRPr sz="1300" b="1" i="0">
                <a:ln>
                  <a:noFill/>
                </a:ln>
                <a:solidFill>
                  <a:schemeClr val="tx2"/>
                </a:solidFill>
                <a:latin typeface="Roboto" charset="0"/>
                <a:ea typeface="Roboto" charset="0"/>
                <a:cs typeface="Roboto" charset="0"/>
              </a:defRPr>
            </a:lvl1pPr>
          </a:lstStyle>
          <a:p>
            <a:pPr lvl="0"/>
            <a:endParaRPr lang="en-US" noProof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30" hasCustomPrompt="1"/>
          </p:nvPr>
        </p:nvSpPr>
        <p:spPr>
          <a:xfrm>
            <a:off x="569912" y="3933824"/>
            <a:ext cx="1896247" cy="310371"/>
          </a:xfrm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tx1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1pPr>
          </a:lstStyle>
          <a:p>
            <a:pPr lvl="0"/>
            <a:r>
              <a:rPr lang="en-US"/>
              <a:t>NAME</a:t>
            </a:r>
            <a:endParaRPr lang="en-SG"/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31" hasCustomPrompt="1"/>
          </p:nvPr>
        </p:nvSpPr>
        <p:spPr>
          <a:xfrm>
            <a:off x="569912" y="4291147"/>
            <a:ext cx="1896247" cy="310371"/>
          </a:xfrm>
        </p:spPr>
        <p:txBody>
          <a:bodyPr>
            <a:noAutofit/>
          </a:bodyPr>
          <a:lstStyle>
            <a:lvl1pPr marL="0" indent="0" algn="ctr">
              <a:buNone/>
              <a:defRPr sz="1200" b="1">
                <a:solidFill>
                  <a:schemeClr val="tx1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1pPr>
          </a:lstStyle>
          <a:p>
            <a:pPr lvl="0"/>
            <a:r>
              <a:rPr lang="en-US"/>
              <a:t>Designation</a:t>
            </a:r>
            <a:endParaRPr lang="en-SG"/>
          </a:p>
        </p:txBody>
      </p:sp>
      <p:sp>
        <p:nvSpPr>
          <p:cNvPr id="12" name="Text Placeholder 2"/>
          <p:cNvSpPr>
            <a:spLocks noGrp="1"/>
          </p:cNvSpPr>
          <p:nvPr>
            <p:ph type="body" sz="quarter" idx="32" hasCustomPrompt="1"/>
          </p:nvPr>
        </p:nvSpPr>
        <p:spPr>
          <a:xfrm>
            <a:off x="569912" y="4651929"/>
            <a:ext cx="1896247" cy="310371"/>
          </a:xfrm>
        </p:spPr>
        <p:txBody>
          <a:bodyPr>
            <a:noAutofit/>
          </a:bodyPr>
          <a:lstStyle>
            <a:lvl1pPr marL="0" indent="0" algn="ctr">
              <a:buNone/>
              <a:defRPr sz="1200" b="0">
                <a:solidFill>
                  <a:schemeClr val="tx1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1pPr>
          </a:lstStyle>
          <a:p>
            <a:pPr lvl="0"/>
            <a:r>
              <a:rPr lang="en-US"/>
              <a:t>Project Role</a:t>
            </a:r>
            <a:endParaRPr lang="en-SG"/>
          </a:p>
        </p:txBody>
      </p:sp>
      <p:sp>
        <p:nvSpPr>
          <p:cNvPr id="13" name="Text Placeholder 2"/>
          <p:cNvSpPr>
            <a:spLocks noGrp="1"/>
          </p:cNvSpPr>
          <p:nvPr>
            <p:ph type="body" sz="quarter" idx="33" hasCustomPrompt="1"/>
          </p:nvPr>
        </p:nvSpPr>
        <p:spPr>
          <a:xfrm>
            <a:off x="3619788" y="3933824"/>
            <a:ext cx="1896247" cy="310371"/>
          </a:xfrm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tx1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1pPr>
          </a:lstStyle>
          <a:p>
            <a:pPr lvl="0"/>
            <a:r>
              <a:rPr lang="en-US"/>
              <a:t>NAME</a:t>
            </a:r>
            <a:endParaRPr lang="en-SG"/>
          </a:p>
        </p:txBody>
      </p:sp>
      <p:sp>
        <p:nvSpPr>
          <p:cNvPr id="14" name="Text Placeholder 2"/>
          <p:cNvSpPr>
            <a:spLocks noGrp="1"/>
          </p:cNvSpPr>
          <p:nvPr>
            <p:ph type="body" sz="quarter" idx="34" hasCustomPrompt="1"/>
          </p:nvPr>
        </p:nvSpPr>
        <p:spPr>
          <a:xfrm>
            <a:off x="3619788" y="4291147"/>
            <a:ext cx="1896247" cy="310371"/>
          </a:xfrm>
        </p:spPr>
        <p:txBody>
          <a:bodyPr>
            <a:noAutofit/>
          </a:bodyPr>
          <a:lstStyle>
            <a:lvl1pPr marL="0" indent="0" algn="ctr">
              <a:buNone/>
              <a:defRPr sz="1200" b="1">
                <a:solidFill>
                  <a:schemeClr val="tx1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1pPr>
          </a:lstStyle>
          <a:p>
            <a:pPr lvl="0"/>
            <a:r>
              <a:rPr lang="en-US"/>
              <a:t>Designation</a:t>
            </a:r>
            <a:endParaRPr lang="en-SG"/>
          </a:p>
        </p:txBody>
      </p:sp>
      <p:sp>
        <p:nvSpPr>
          <p:cNvPr id="16" name="Text Placeholder 2"/>
          <p:cNvSpPr>
            <a:spLocks noGrp="1"/>
          </p:cNvSpPr>
          <p:nvPr>
            <p:ph type="body" sz="quarter" idx="35" hasCustomPrompt="1"/>
          </p:nvPr>
        </p:nvSpPr>
        <p:spPr>
          <a:xfrm>
            <a:off x="3619788" y="4651929"/>
            <a:ext cx="1896247" cy="310371"/>
          </a:xfrm>
        </p:spPr>
        <p:txBody>
          <a:bodyPr>
            <a:noAutofit/>
          </a:bodyPr>
          <a:lstStyle>
            <a:lvl1pPr marL="0" indent="0" algn="ctr">
              <a:buNone/>
              <a:defRPr sz="1200" b="0">
                <a:solidFill>
                  <a:schemeClr val="tx1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1pPr>
          </a:lstStyle>
          <a:p>
            <a:pPr lvl="0"/>
            <a:r>
              <a:rPr lang="en-US"/>
              <a:t>Project Role</a:t>
            </a:r>
            <a:endParaRPr lang="en-SG"/>
          </a:p>
        </p:txBody>
      </p:sp>
      <p:sp>
        <p:nvSpPr>
          <p:cNvPr id="17" name="Text Placeholder 2"/>
          <p:cNvSpPr>
            <a:spLocks noGrp="1"/>
          </p:cNvSpPr>
          <p:nvPr>
            <p:ph type="body" sz="quarter" idx="36" hasCustomPrompt="1"/>
          </p:nvPr>
        </p:nvSpPr>
        <p:spPr>
          <a:xfrm>
            <a:off x="6669663" y="3933824"/>
            <a:ext cx="1896247" cy="310371"/>
          </a:xfrm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tx1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1pPr>
          </a:lstStyle>
          <a:p>
            <a:pPr lvl="0"/>
            <a:r>
              <a:rPr lang="en-US"/>
              <a:t>NAME</a:t>
            </a:r>
            <a:endParaRPr lang="en-SG"/>
          </a:p>
        </p:txBody>
      </p:sp>
      <p:sp>
        <p:nvSpPr>
          <p:cNvPr id="18" name="Text Placeholder 2"/>
          <p:cNvSpPr>
            <a:spLocks noGrp="1"/>
          </p:cNvSpPr>
          <p:nvPr>
            <p:ph type="body" sz="quarter" idx="37" hasCustomPrompt="1"/>
          </p:nvPr>
        </p:nvSpPr>
        <p:spPr>
          <a:xfrm>
            <a:off x="6669663" y="4291147"/>
            <a:ext cx="1896247" cy="310371"/>
          </a:xfrm>
        </p:spPr>
        <p:txBody>
          <a:bodyPr>
            <a:noAutofit/>
          </a:bodyPr>
          <a:lstStyle>
            <a:lvl1pPr marL="0" indent="0" algn="ctr">
              <a:buNone/>
              <a:defRPr sz="1200" b="1">
                <a:solidFill>
                  <a:schemeClr val="tx1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1pPr>
          </a:lstStyle>
          <a:p>
            <a:pPr lvl="0"/>
            <a:r>
              <a:rPr lang="en-US"/>
              <a:t>Designation</a:t>
            </a:r>
            <a:endParaRPr lang="en-SG"/>
          </a:p>
        </p:txBody>
      </p:sp>
      <p:sp>
        <p:nvSpPr>
          <p:cNvPr id="19" name="Text Placeholder 2"/>
          <p:cNvSpPr>
            <a:spLocks noGrp="1"/>
          </p:cNvSpPr>
          <p:nvPr>
            <p:ph type="body" sz="quarter" idx="38" hasCustomPrompt="1"/>
          </p:nvPr>
        </p:nvSpPr>
        <p:spPr>
          <a:xfrm>
            <a:off x="6669663" y="4653987"/>
            <a:ext cx="1896247" cy="310371"/>
          </a:xfrm>
        </p:spPr>
        <p:txBody>
          <a:bodyPr>
            <a:noAutofit/>
          </a:bodyPr>
          <a:lstStyle>
            <a:lvl1pPr marL="0" indent="0" algn="ctr">
              <a:buNone/>
              <a:defRPr sz="1200" b="0">
                <a:solidFill>
                  <a:schemeClr val="tx1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1pPr>
          </a:lstStyle>
          <a:p>
            <a:pPr lvl="0"/>
            <a:r>
              <a:rPr lang="en-US"/>
              <a:t>Project Role</a:t>
            </a:r>
            <a:endParaRPr lang="en-SG"/>
          </a:p>
        </p:txBody>
      </p:sp>
      <p:sp>
        <p:nvSpPr>
          <p:cNvPr id="22" name="Text Placeholder 2"/>
          <p:cNvSpPr>
            <a:spLocks noGrp="1"/>
          </p:cNvSpPr>
          <p:nvPr>
            <p:ph type="body" sz="quarter" idx="39" hasCustomPrompt="1"/>
          </p:nvPr>
        </p:nvSpPr>
        <p:spPr>
          <a:xfrm>
            <a:off x="9719538" y="3933824"/>
            <a:ext cx="1896247" cy="310371"/>
          </a:xfrm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tx1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1pPr>
          </a:lstStyle>
          <a:p>
            <a:pPr lvl="0"/>
            <a:r>
              <a:rPr lang="en-US"/>
              <a:t>NAME</a:t>
            </a:r>
            <a:endParaRPr lang="en-SG"/>
          </a:p>
        </p:txBody>
      </p:sp>
      <p:sp>
        <p:nvSpPr>
          <p:cNvPr id="23" name="Text Placeholder 2"/>
          <p:cNvSpPr>
            <a:spLocks noGrp="1"/>
          </p:cNvSpPr>
          <p:nvPr>
            <p:ph type="body" sz="quarter" idx="40" hasCustomPrompt="1"/>
          </p:nvPr>
        </p:nvSpPr>
        <p:spPr>
          <a:xfrm>
            <a:off x="9719538" y="4291147"/>
            <a:ext cx="1896247" cy="310371"/>
          </a:xfrm>
        </p:spPr>
        <p:txBody>
          <a:bodyPr>
            <a:noAutofit/>
          </a:bodyPr>
          <a:lstStyle>
            <a:lvl1pPr marL="0" indent="0" algn="ctr">
              <a:buNone/>
              <a:defRPr sz="1200" b="1">
                <a:solidFill>
                  <a:schemeClr val="tx1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1pPr>
          </a:lstStyle>
          <a:p>
            <a:pPr lvl="0"/>
            <a:r>
              <a:rPr lang="en-US"/>
              <a:t>Designation</a:t>
            </a:r>
            <a:endParaRPr lang="en-SG"/>
          </a:p>
        </p:txBody>
      </p:sp>
      <p:sp>
        <p:nvSpPr>
          <p:cNvPr id="24" name="Text Placeholder 2"/>
          <p:cNvSpPr>
            <a:spLocks noGrp="1"/>
          </p:cNvSpPr>
          <p:nvPr>
            <p:ph type="body" sz="quarter" idx="41" hasCustomPrompt="1"/>
          </p:nvPr>
        </p:nvSpPr>
        <p:spPr>
          <a:xfrm>
            <a:off x="9719537" y="4651929"/>
            <a:ext cx="1896247" cy="310371"/>
          </a:xfrm>
        </p:spPr>
        <p:txBody>
          <a:bodyPr>
            <a:noAutofit/>
          </a:bodyPr>
          <a:lstStyle>
            <a:lvl1pPr marL="0" indent="0" algn="ctr">
              <a:buNone/>
              <a:defRPr sz="1200" b="0">
                <a:solidFill>
                  <a:schemeClr val="tx1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1pPr>
          </a:lstStyle>
          <a:p>
            <a:pPr lvl="0"/>
            <a:r>
              <a:rPr lang="en-US"/>
              <a:t>Project Role</a:t>
            </a:r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004737321"/>
      </p:ext>
    </p:extLst>
  </p:cSld>
  <p:clrMapOvr>
    <a:masterClrMapping/>
  </p:clrMapOvr>
  <p:transition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1" y="246482"/>
            <a:ext cx="12191999" cy="528637"/>
          </a:xfrm>
        </p:spPr>
        <p:txBody>
          <a:bodyPr>
            <a:noAutofit/>
          </a:bodyPr>
          <a:lstStyle>
            <a:lvl1pPr marL="0" indent="0" algn="ctr">
              <a:buNone/>
              <a:defRPr sz="3600" b="1">
                <a:solidFill>
                  <a:srgbClr val="023F88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1pPr>
            <a:lvl2pPr>
              <a:defRPr sz="4000" b="1">
                <a:solidFill>
                  <a:srgbClr val="023F88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2pPr>
            <a:lvl3pPr>
              <a:defRPr sz="4000" b="1">
                <a:solidFill>
                  <a:srgbClr val="023F88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3pPr>
            <a:lvl4pPr>
              <a:defRPr sz="4000" b="1">
                <a:solidFill>
                  <a:srgbClr val="023F88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4pPr>
            <a:lvl5pPr>
              <a:defRPr sz="4000" b="1">
                <a:solidFill>
                  <a:srgbClr val="023F88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5pPr>
          </a:lstStyle>
          <a:p>
            <a:pPr lvl="0"/>
            <a:r>
              <a:rPr lang="en-US"/>
              <a:t>TITLE</a:t>
            </a:r>
            <a:endParaRPr lang="en-SG"/>
          </a:p>
        </p:txBody>
      </p:sp>
      <p:sp>
        <p:nvSpPr>
          <p:cNvPr id="9" name="Rectangle 8"/>
          <p:cNvSpPr/>
          <p:nvPr userDrawn="1"/>
        </p:nvSpPr>
        <p:spPr>
          <a:xfrm>
            <a:off x="5487836" y="775119"/>
            <a:ext cx="1216325" cy="6901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33450"/>
            <a:ext cx="12192000" cy="295275"/>
          </a:xfrm>
        </p:spPr>
        <p:txBody>
          <a:bodyPr>
            <a:noAutofit/>
          </a:bodyPr>
          <a:lstStyle>
            <a:lvl1pPr marL="0" indent="0" algn="ctr">
              <a:buNone/>
              <a:defRPr sz="1400" b="1" spc="300">
                <a:solidFill>
                  <a:schemeClr val="tx1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1pPr>
            <a:lvl2pPr>
              <a:defRPr sz="1200">
                <a:latin typeface="Gisha" panose="020B0502040204020203" pitchFamily="34" charset="-79"/>
                <a:cs typeface="Gisha" panose="020B0502040204020203" pitchFamily="34" charset="-79"/>
              </a:defRPr>
            </a:lvl2pPr>
            <a:lvl3pPr>
              <a:defRPr sz="1200">
                <a:latin typeface="Gisha" panose="020B0502040204020203" pitchFamily="34" charset="-79"/>
                <a:cs typeface="Gisha" panose="020B0502040204020203" pitchFamily="34" charset="-79"/>
              </a:defRPr>
            </a:lvl3pPr>
            <a:lvl4pPr>
              <a:defRPr sz="1200">
                <a:latin typeface="Gisha" panose="020B0502040204020203" pitchFamily="34" charset="-79"/>
                <a:cs typeface="Gisha" panose="020B0502040204020203" pitchFamily="34" charset="-79"/>
              </a:defRPr>
            </a:lvl4pPr>
            <a:lvl5pPr>
              <a:defRPr sz="1200">
                <a:latin typeface="Gisha" panose="020B0502040204020203" pitchFamily="34" charset="-79"/>
                <a:cs typeface="Gisha" panose="020B0502040204020203" pitchFamily="34" charset="-79"/>
              </a:defRPr>
            </a:lvl5pPr>
          </a:lstStyle>
          <a:p>
            <a:pPr lvl="0"/>
            <a:r>
              <a:rPr lang="en-US"/>
              <a:t>SUBTITLE</a:t>
            </a:r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7851473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jor Cli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0280F93-76B9-4D8F-B41D-662BDECAA863}"/>
              </a:ext>
            </a:extLst>
          </p:cNvPr>
          <p:cNvCxnSpPr/>
          <p:nvPr userDrawn="1"/>
        </p:nvCxnSpPr>
        <p:spPr>
          <a:xfrm>
            <a:off x="629848" y="2717689"/>
            <a:ext cx="10827692" cy="0"/>
          </a:xfrm>
          <a:prstGeom prst="line">
            <a:avLst/>
          </a:prstGeom>
          <a:ln>
            <a:solidFill>
              <a:schemeClr val="accent3">
                <a:alpha val="50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3E6FA84-2908-48A6-9364-47B893D50C5D}"/>
              </a:ext>
            </a:extLst>
          </p:cNvPr>
          <p:cNvCxnSpPr/>
          <p:nvPr userDrawn="1"/>
        </p:nvCxnSpPr>
        <p:spPr>
          <a:xfrm>
            <a:off x="629848" y="3922005"/>
            <a:ext cx="10827692" cy="0"/>
          </a:xfrm>
          <a:prstGeom prst="line">
            <a:avLst/>
          </a:prstGeom>
          <a:ln>
            <a:solidFill>
              <a:schemeClr val="accent3">
                <a:alpha val="50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F91D465-555D-4FD2-A2EF-27A662B4A53D}"/>
              </a:ext>
            </a:extLst>
          </p:cNvPr>
          <p:cNvCxnSpPr/>
          <p:nvPr userDrawn="1"/>
        </p:nvCxnSpPr>
        <p:spPr>
          <a:xfrm>
            <a:off x="629848" y="5144188"/>
            <a:ext cx="10827692" cy="0"/>
          </a:xfrm>
          <a:prstGeom prst="line">
            <a:avLst/>
          </a:prstGeom>
          <a:ln>
            <a:solidFill>
              <a:schemeClr val="accent3">
                <a:alpha val="50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4BEC0D9-291E-4467-9686-BAA8215FA870}"/>
              </a:ext>
            </a:extLst>
          </p:cNvPr>
          <p:cNvCxnSpPr/>
          <p:nvPr userDrawn="1"/>
        </p:nvCxnSpPr>
        <p:spPr>
          <a:xfrm flipV="1">
            <a:off x="1806764" y="1531346"/>
            <a:ext cx="0" cy="4792336"/>
          </a:xfrm>
          <a:prstGeom prst="line">
            <a:avLst/>
          </a:prstGeom>
          <a:ln>
            <a:solidFill>
              <a:schemeClr val="accent3">
                <a:alpha val="50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1E82096-C455-48C7-A858-851A25226AB3}"/>
              </a:ext>
            </a:extLst>
          </p:cNvPr>
          <p:cNvCxnSpPr/>
          <p:nvPr userDrawn="1"/>
        </p:nvCxnSpPr>
        <p:spPr>
          <a:xfrm flipV="1">
            <a:off x="3020251" y="1531346"/>
            <a:ext cx="0" cy="4792336"/>
          </a:xfrm>
          <a:prstGeom prst="line">
            <a:avLst/>
          </a:prstGeom>
          <a:ln>
            <a:solidFill>
              <a:schemeClr val="accent3">
                <a:alpha val="50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40FB262-37F0-45A3-8ED0-0D7F61933150}"/>
              </a:ext>
            </a:extLst>
          </p:cNvPr>
          <p:cNvCxnSpPr/>
          <p:nvPr userDrawn="1"/>
        </p:nvCxnSpPr>
        <p:spPr>
          <a:xfrm flipV="1">
            <a:off x="4235850" y="1531345"/>
            <a:ext cx="0" cy="4792337"/>
          </a:xfrm>
          <a:prstGeom prst="line">
            <a:avLst/>
          </a:prstGeom>
          <a:ln>
            <a:solidFill>
              <a:schemeClr val="accent3">
                <a:alpha val="50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46FD134-22F1-421C-A55C-A775B621E021}"/>
              </a:ext>
            </a:extLst>
          </p:cNvPr>
          <p:cNvCxnSpPr/>
          <p:nvPr userDrawn="1"/>
        </p:nvCxnSpPr>
        <p:spPr>
          <a:xfrm flipV="1">
            <a:off x="5449337" y="1531345"/>
            <a:ext cx="0" cy="4792337"/>
          </a:xfrm>
          <a:prstGeom prst="line">
            <a:avLst/>
          </a:prstGeom>
          <a:ln>
            <a:solidFill>
              <a:schemeClr val="accent3">
                <a:alpha val="50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746EE97-1798-4974-ABC9-83D7922D5DBF}"/>
              </a:ext>
            </a:extLst>
          </p:cNvPr>
          <p:cNvCxnSpPr/>
          <p:nvPr userDrawn="1"/>
        </p:nvCxnSpPr>
        <p:spPr>
          <a:xfrm flipV="1">
            <a:off x="6651537" y="1531345"/>
            <a:ext cx="0" cy="4792337"/>
          </a:xfrm>
          <a:prstGeom prst="line">
            <a:avLst/>
          </a:prstGeom>
          <a:ln>
            <a:solidFill>
              <a:schemeClr val="accent3">
                <a:alpha val="50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285DBEE-7614-4F64-B58B-0558C6FFD6FA}"/>
              </a:ext>
            </a:extLst>
          </p:cNvPr>
          <p:cNvCxnSpPr/>
          <p:nvPr userDrawn="1"/>
        </p:nvCxnSpPr>
        <p:spPr>
          <a:xfrm flipV="1">
            <a:off x="7865024" y="1531346"/>
            <a:ext cx="0" cy="4792336"/>
          </a:xfrm>
          <a:prstGeom prst="line">
            <a:avLst/>
          </a:prstGeom>
          <a:ln>
            <a:solidFill>
              <a:schemeClr val="accent3">
                <a:alpha val="50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0C508C6-3C53-435A-B559-0B22FEB5FAF4}"/>
              </a:ext>
            </a:extLst>
          </p:cNvPr>
          <p:cNvCxnSpPr/>
          <p:nvPr userDrawn="1"/>
        </p:nvCxnSpPr>
        <p:spPr>
          <a:xfrm flipV="1">
            <a:off x="9081435" y="1531346"/>
            <a:ext cx="0" cy="4792336"/>
          </a:xfrm>
          <a:prstGeom prst="line">
            <a:avLst/>
          </a:prstGeom>
          <a:ln>
            <a:solidFill>
              <a:schemeClr val="accent3">
                <a:alpha val="50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01A94AA-8AEB-4A35-9A51-5E19CA982858}"/>
              </a:ext>
            </a:extLst>
          </p:cNvPr>
          <p:cNvCxnSpPr/>
          <p:nvPr userDrawn="1"/>
        </p:nvCxnSpPr>
        <p:spPr>
          <a:xfrm flipV="1">
            <a:off x="10294922" y="1531345"/>
            <a:ext cx="0" cy="4792337"/>
          </a:xfrm>
          <a:prstGeom prst="line">
            <a:avLst/>
          </a:prstGeom>
          <a:ln>
            <a:solidFill>
              <a:schemeClr val="accent3">
                <a:alpha val="50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BD9F5CAC-0C08-48B9-B343-CB73375710B7}"/>
              </a:ext>
            </a:extLst>
          </p:cNvPr>
          <p:cNvSpPr/>
          <p:nvPr userDrawn="1"/>
        </p:nvSpPr>
        <p:spPr>
          <a:xfrm>
            <a:off x="5487836" y="775119"/>
            <a:ext cx="1216325" cy="6901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F13BBB90-79F8-4071-B54F-0890A02316B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33450"/>
            <a:ext cx="12192000" cy="295275"/>
          </a:xfrm>
        </p:spPr>
        <p:txBody>
          <a:bodyPr>
            <a:noAutofit/>
          </a:bodyPr>
          <a:lstStyle>
            <a:lvl1pPr marL="0" indent="0" algn="ctr">
              <a:buNone/>
              <a:defRPr sz="1400" b="1" spc="300">
                <a:solidFill>
                  <a:schemeClr val="tx1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1pPr>
            <a:lvl2pPr>
              <a:defRPr sz="1200">
                <a:latin typeface="Gisha" panose="020B0502040204020203" pitchFamily="34" charset="-79"/>
                <a:cs typeface="Gisha" panose="020B0502040204020203" pitchFamily="34" charset="-79"/>
              </a:defRPr>
            </a:lvl2pPr>
            <a:lvl3pPr>
              <a:defRPr sz="1200">
                <a:latin typeface="Gisha" panose="020B0502040204020203" pitchFamily="34" charset="-79"/>
                <a:cs typeface="Gisha" panose="020B0502040204020203" pitchFamily="34" charset="-79"/>
              </a:defRPr>
            </a:lvl3pPr>
            <a:lvl4pPr>
              <a:defRPr sz="1200">
                <a:latin typeface="Gisha" panose="020B0502040204020203" pitchFamily="34" charset="-79"/>
                <a:cs typeface="Gisha" panose="020B0502040204020203" pitchFamily="34" charset="-79"/>
              </a:defRPr>
            </a:lvl4pPr>
            <a:lvl5pPr>
              <a:defRPr sz="1200">
                <a:latin typeface="Gisha" panose="020B0502040204020203" pitchFamily="34" charset="-79"/>
                <a:cs typeface="Gisha" panose="020B0502040204020203" pitchFamily="34" charset="-79"/>
              </a:defRPr>
            </a:lvl5pPr>
          </a:lstStyle>
          <a:p>
            <a:pPr lvl="0"/>
            <a:r>
              <a:rPr lang="en-US"/>
              <a:t>SUBTITLE</a:t>
            </a:r>
            <a:endParaRPr lang="en-SG"/>
          </a:p>
        </p:txBody>
      </p:sp>
      <p:sp>
        <p:nvSpPr>
          <p:cNvPr id="20" name="Text Placeholder 1">
            <a:extLst>
              <a:ext uri="{FF2B5EF4-FFF2-40B4-BE49-F238E27FC236}">
                <a16:creationId xmlns:a16="http://schemas.microsoft.com/office/drawing/2014/main" id="{39359FF0-25FF-4326-B8CB-BB45721E7CF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" y="246482"/>
            <a:ext cx="12191999" cy="528637"/>
          </a:xfrm>
        </p:spPr>
        <p:txBody>
          <a:bodyPr>
            <a:noAutofit/>
          </a:bodyPr>
          <a:lstStyle>
            <a:lvl1pPr marL="0" indent="0" algn="ctr">
              <a:buNone/>
              <a:defRPr sz="3600" b="1">
                <a:solidFill>
                  <a:srgbClr val="023F88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1pPr>
          </a:lstStyle>
          <a:p>
            <a:r>
              <a:rPr lang="en-US"/>
              <a:t>OUR MAJOR CLIENTS</a:t>
            </a:r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55825253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jor Cli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0280F93-76B9-4D8F-B41D-662BDECAA863}"/>
              </a:ext>
            </a:extLst>
          </p:cNvPr>
          <p:cNvCxnSpPr>
            <a:cxnSpLocks/>
          </p:cNvCxnSpPr>
          <p:nvPr userDrawn="1"/>
        </p:nvCxnSpPr>
        <p:spPr>
          <a:xfrm>
            <a:off x="1947672" y="2717689"/>
            <a:ext cx="8339328" cy="0"/>
          </a:xfrm>
          <a:prstGeom prst="line">
            <a:avLst/>
          </a:prstGeom>
          <a:ln>
            <a:solidFill>
              <a:schemeClr val="accent3">
                <a:alpha val="50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3E6FA84-2908-48A6-9364-47B893D50C5D}"/>
              </a:ext>
            </a:extLst>
          </p:cNvPr>
          <p:cNvCxnSpPr>
            <a:cxnSpLocks/>
          </p:cNvCxnSpPr>
          <p:nvPr userDrawn="1"/>
        </p:nvCxnSpPr>
        <p:spPr>
          <a:xfrm>
            <a:off x="1947672" y="3922005"/>
            <a:ext cx="8430768" cy="0"/>
          </a:xfrm>
          <a:prstGeom prst="line">
            <a:avLst/>
          </a:prstGeom>
          <a:ln>
            <a:solidFill>
              <a:schemeClr val="accent3">
                <a:alpha val="50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F91D465-555D-4FD2-A2EF-27A662B4A53D}"/>
              </a:ext>
            </a:extLst>
          </p:cNvPr>
          <p:cNvCxnSpPr>
            <a:cxnSpLocks/>
          </p:cNvCxnSpPr>
          <p:nvPr userDrawn="1"/>
        </p:nvCxnSpPr>
        <p:spPr>
          <a:xfrm>
            <a:off x="1883664" y="5144188"/>
            <a:ext cx="8494776" cy="0"/>
          </a:xfrm>
          <a:prstGeom prst="line">
            <a:avLst/>
          </a:prstGeom>
          <a:ln>
            <a:solidFill>
              <a:schemeClr val="accent3">
                <a:alpha val="50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1E82096-C455-48C7-A858-851A25226AB3}"/>
              </a:ext>
            </a:extLst>
          </p:cNvPr>
          <p:cNvCxnSpPr/>
          <p:nvPr userDrawn="1"/>
        </p:nvCxnSpPr>
        <p:spPr>
          <a:xfrm flipV="1">
            <a:off x="3020251" y="1531346"/>
            <a:ext cx="0" cy="4792336"/>
          </a:xfrm>
          <a:prstGeom prst="line">
            <a:avLst/>
          </a:prstGeom>
          <a:ln>
            <a:solidFill>
              <a:schemeClr val="accent3">
                <a:alpha val="50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40FB262-37F0-45A3-8ED0-0D7F61933150}"/>
              </a:ext>
            </a:extLst>
          </p:cNvPr>
          <p:cNvCxnSpPr/>
          <p:nvPr userDrawn="1"/>
        </p:nvCxnSpPr>
        <p:spPr>
          <a:xfrm flipV="1">
            <a:off x="4235850" y="1531345"/>
            <a:ext cx="0" cy="4792337"/>
          </a:xfrm>
          <a:prstGeom prst="line">
            <a:avLst/>
          </a:prstGeom>
          <a:ln>
            <a:solidFill>
              <a:schemeClr val="accent3">
                <a:alpha val="50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46FD134-22F1-421C-A55C-A775B621E021}"/>
              </a:ext>
            </a:extLst>
          </p:cNvPr>
          <p:cNvCxnSpPr/>
          <p:nvPr userDrawn="1"/>
        </p:nvCxnSpPr>
        <p:spPr>
          <a:xfrm flipV="1">
            <a:off x="5449337" y="1531345"/>
            <a:ext cx="0" cy="4792337"/>
          </a:xfrm>
          <a:prstGeom prst="line">
            <a:avLst/>
          </a:prstGeom>
          <a:ln>
            <a:solidFill>
              <a:schemeClr val="accent3">
                <a:alpha val="50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746EE97-1798-4974-ABC9-83D7922D5DBF}"/>
              </a:ext>
            </a:extLst>
          </p:cNvPr>
          <p:cNvCxnSpPr/>
          <p:nvPr userDrawn="1"/>
        </p:nvCxnSpPr>
        <p:spPr>
          <a:xfrm flipV="1">
            <a:off x="6651537" y="1531345"/>
            <a:ext cx="0" cy="4792337"/>
          </a:xfrm>
          <a:prstGeom prst="line">
            <a:avLst/>
          </a:prstGeom>
          <a:ln>
            <a:solidFill>
              <a:schemeClr val="accent3">
                <a:alpha val="50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285DBEE-7614-4F64-B58B-0558C6FFD6FA}"/>
              </a:ext>
            </a:extLst>
          </p:cNvPr>
          <p:cNvCxnSpPr/>
          <p:nvPr userDrawn="1"/>
        </p:nvCxnSpPr>
        <p:spPr>
          <a:xfrm flipV="1">
            <a:off x="7865024" y="1531346"/>
            <a:ext cx="0" cy="4792336"/>
          </a:xfrm>
          <a:prstGeom prst="line">
            <a:avLst/>
          </a:prstGeom>
          <a:ln>
            <a:solidFill>
              <a:schemeClr val="accent3">
                <a:alpha val="50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0C508C6-3C53-435A-B559-0B22FEB5FAF4}"/>
              </a:ext>
            </a:extLst>
          </p:cNvPr>
          <p:cNvCxnSpPr/>
          <p:nvPr userDrawn="1"/>
        </p:nvCxnSpPr>
        <p:spPr>
          <a:xfrm flipV="1">
            <a:off x="9081435" y="1531346"/>
            <a:ext cx="0" cy="4792336"/>
          </a:xfrm>
          <a:prstGeom prst="line">
            <a:avLst/>
          </a:prstGeom>
          <a:ln>
            <a:solidFill>
              <a:schemeClr val="accent3">
                <a:alpha val="50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BD9F5CAC-0C08-48B9-B343-CB73375710B7}"/>
              </a:ext>
            </a:extLst>
          </p:cNvPr>
          <p:cNvSpPr/>
          <p:nvPr userDrawn="1"/>
        </p:nvSpPr>
        <p:spPr>
          <a:xfrm>
            <a:off x="5487836" y="775119"/>
            <a:ext cx="1216325" cy="6901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F13BBB90-79F8-4071-B54F-0890A02316B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33450"/>
            <a:ext cx="12192000" cy="295275"/>
          </a:xfrm>
        </p:spPr>
        <p:txBody>
          <a:bodyPr>
            <a:noAutofit/>
          </a:bodyPr>
          <a:lstStyle>
            <a:lvl1pPr marL="0" indent="0" algn="ctr">
              <a:buNone/>
              <a:defRPr sz="1400" b="1" spc="300">
                <a:solidFill>
                  <a:schemeClr val="tx1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1pPr>
            <a:lvl2pPr>
              <a:defRPr sz="1200">
                <a:latin typeface="Gisha" panose="020B0502040204020203" pitchFamily="34" charset="-79"/>
                <a:cs typeface="Gisha" panose="020B0502040204020203" pitchFamily="34" charset="-79"/>
              </a:defRPr>
            </a:lvl2pPr>
            <a:lvl3pPr>
              <a:defRPr sz="1200">
                <a:latin typeface="Gisha" panose="020B0502040204020203" pitchFamily="34" charset="-79"/>
                <a:cs typeface="Gisha" panose="020B0502040204020203" pitchFamily="34" charset="-79"/>
              </a:defRPr>
            </a:lvl3pPr>
            <a:lvl4pPr>
              <a:defRPr sz="1200">
                <a:latin typeface="Gisha" panose="020B0502040204020203" pitchFamily="34" charset="-79"/>
                <a:cs typeface="Gisha" panose="020B0502040204020203" pitchFamily="34" charset="-79"/>
              </a:defRPr>
            </a:lvl4pPr>
            <a:lvl5pPr>
              <a:defRPr sz="1200">
                <a:latin typeface="Gisha" panose="020B0502040204020203" pitchFamily="34" charset="-79"/>
                <a:cs typeface="Gisha" panose="020B0502040204020203" pitchFamily="34" charset="-79"/>
              </a:defRPr>
            </a:lvl5pPr>
          </a:lstStyle>
          <a:p>
            <a:pPr lvl="0"/>
            <a:r>
              <a:rPr lang="en-US"/>
              <a:t>SUBTITLE</a:t>
            </a:r>
            <a:endParaRPr lang="en-SG"/>
          </a:p>
        </p:txBody>
      </p:sp>
      <p:sp>
        <p:nvSpPr>
          <p:cNvPr id="20" name="Text Placeholder 1">
            <a:extLst>
              <a:ext uri="{FF2B5EF4-FFF2-40B4-BE49-F238E27FC236}">
                <a16:creationId xmlns:a16="http://schemas.microsoft.com/office/drawing/2014/main" id="{39359FF0-25FF-4326-B8CB-BB45721E7CF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" y="246482"/>
            <a:ext cx="12191999" cy="528637"/>
          </a:xfrm>
        </p:spPr>
        <p:txBody>
          <a:bodyPr>
            <a:noAutofit/>
          </a:bodyPr>
          <a:lstStyle>
            <a:lvl1pPr marL="0" indent="0" algn="ctr">
              <a:buNone/>
              <a:defRPr sz="3600" b="1">
                <a:solidFill>
                  <a:srgbClr val="023F88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1pPr>
          </a:lstStyle>
          <a:p>
            <a:r>
              <a:rPr lang="en-US"/>
              <a:t>OUR MAJOR CLIENTS</a:t>
            </a:r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22308411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jor Cli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0280F93-76B9-4D8F-B41D-662BDECAA863}"/>
              </a:ext>
            </a:extLst>
          </p:cNvPr>
          <p:cNvCxnSpPr>
            <a:cxnSpLocks/>
          </p:cNvCxnSpPr>
          <p:nvPr userDrawn="1"/>
        </p:nvCxnSpPr>
        <p:spPr>
          <a:xfrm>
            <a:off x="1947672" y="2717689"/>
            <a:ext cx="8339328" cy="0"/>
          </a:xfrm>
          <a:prstGeom prst="line">
            <a:avLst/>
          </a:prstGeom>
          <a:ln>
            <a:solidFill>
              <a:schemeClr val="accent3">
                <a:alpha val="50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3E6FA84-2908-48A6-9364-47B893D50C5D}"/>
              </a:ext>
            </a:extLst>
          </p:cNvPr>
          <p:cNvCxnSpPr>
            <a:cxnSpLocks/>
          </p:cNvCxnSpPr>
          <p:nvPr userDrawn="1"/>
        </p:nvCxnSpPr>
        <p:spPr>
          <a:xfrm>
            <a:off x="1947672" y="3990375"/>
            <a:ext cx="8430768" cy="0"/>
          </a:xfrm>
          <a:prstGeom prst="line">
            <a:avLst/>
          </a:prstGeom>
          <a:ln>
            <a:solidFill>
              <a:schemeClr val="accent3">
                <a:alpha val="50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F91D465-555D-4FD2-A2EF-27A662B4A53D}"/>
              </a:ext>
            </a:extLst>
          </p:cNvPr>
          <p:cNvCxnSpPr>
            <a:cxnSpLocks/>
          </p:cNvCxnSpPr>
          <p:nvPr userDrawn="1"/>
        </p:nvCxnSpPr>
        <p:spPr>
          <a:xfrm>
            <a:off x="1883664" y="5263060"/>
            <a:ext cx="8494776" cy="0"/>
          </a:xfrm>
          <a:prstGeom prst="line">
            <a:avLst/>
          </a:prstGeom>
          <a:ln>
            <a:solidFill>
              <a:schemeClr val="accent3">
                <a:alpha val="50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1E82096-C455-48C7-A858-851A25226AB3}"/>
              </a:ext>
            </a:extLst>
          </p:cNvPr>
          <p:cNvCxnSpPr/>
          <p:nvPr userDrawn="1"/>
        </p:nvCxnSpPr>
        <p:spPr>
          <a:xfrm flipV="1">
            <a:off x="3514027" y="1525837"/>
            <a:ext cx="0" cy="4792336"/>
          </a:xfrm>
          <a:prstGeom prst="line">
            <a:avLst/>
          </a:prstGeom>
          <a:ln>
            <a:solidFill>
              <a:schemeClr val="accent3">
                <a:alpha val="50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46FD134-22F1-421C-A55C-A775B621E021}"/>
              </a:ext>
            </a:extLst>
          </p:cNvPr>
          <p:cNvCxnSpPr/>
          <p:nvPr userDrawn="1"/>
        </p:nvCxnSpPr>
        <p:spPr>
          <a:xfrm flipV="1">
            <a:off x="5290582" y="1525837"/>
            <a:ext cx="0" cy="4792337"/>
          </a:xfrm>
          <a:prstGeom prst="line">
            <a:avLst/>
          </a:prstGeom>
          <a:ln>
            <a:solidFill>
              <a:schemeClr val="accent3">
                <a:alpha val="50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746EE97-1798-4974-ABC9-83D7922D5DBF}"/>
              </a:ext>
            </a:extLst>
          </p:cNvPr>
          <p:cNvCxnSpPr/>
          <p:nvPr userDrawn="1"/>
        </p:nvCxnSpPr>
        <p:spPr>
          <a:xfrm flipV="1">
            <a:off x="7067137" y="1525837"/>
            <a:ext cx="0" cy="4792337"/>
          </a:xfrm>
          <a:prstGeom prst="line">
            <a:avLst/>
          </a:prstGeom>
          <a:ln>
            <a:solidFill>
              <a:schemeClr val="accent3">
                <a:alpha val="50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0C508C6-3C53-435A-B559-0B22FEB5FAF4}"/>
              </a:ext>
            </a:extLst>
          </p:cNvPr>
          <p:cNvCxnSpPr/>
          <p:nvPr userDrawn="1"/>
        </p:nvCxnSpPr>
        <p:spPr>
          <a:xfrm flipV="1">
            <a:off x="8843691" y="1525837"/>
            <a:ext cx="0" cy="4792336"/>
          </a:xfrm>
          <a:prstGeom prst="line">
            <a:avLst/>
          </a:prstGeom>
          <a:ln>
            <a:solidFill>
              <a:schemeClr val="accent3">
                <a:alpha val="50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BD9F5CAC-0C08-48B9-B343-CB73375710B7}"/>
              </a:ext>
            </a:extLst>
          </p:cNvPr>
          <p:cNvSpPr/>
          <p:nvPr userDrawn="1"/>
        </p:nvSpPr>
        <p:spPr>
          <a:xfrm>
            <a:off x="5487836" y="775119"/>
            <a:ext cx="1216325" cy="6901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F13BBB90-79F8-4071-B54F-0890A02316B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33450"/>
            <a:ext cx="12192000" cy="295275"/>
          </a:xfrm>
        </p:spPr>
        <p:txBody>
          <a:bodyPr>
            <a:noAutofit/>
          </a:bodyPr>
          <a:lstStyle>
            <a:lvl1pPr marL="0" indent="0" algn="ctr">
              <a:buNone/>
              <a:defRPr sz="1400" b="1" spc="300">
                <a:solidFill>
                  <a:schemeClr val="tx1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1pPr>
            <a:lvl2pPr>
              <a:defRPr sz="1200">
                <a:latin typeface="Gisha" panose="020B0502040204020203" pitchFamily="34" charset="-79"/>
                <a:cs typeface="Gisha" panose="020B0502040204020203" pitchFamily="34" charset="-79"/>
              </a:defRPr>
            </a:lvl2pPr>
            <a:lvl3pPr>
              <a:defRPr sz="1200">
                <a:latin typeface="Gisha" panose="020B0502040204020203" pitchFamily="34" charset="-79"/>
                <a:cs typeface="Gisha" panose="020B0502040204020203" pitchFamily="34" charset="-79"/>
              </a:defRPr>
            </a:lvl3pPr>
            <a:lvl4pPr>
              <a:defRPr sz="1200">
                <a:latin typeface="Gisha" panose="020B0502040204020203" pitchFamily="34" charset="-79"/>
                <a:cs typeface="Gisha" panose="020B0502040204020203" pitchFamily="34" charset="-79"/>
              </a:defRPr>
            </a:lvl4pPr>
            <a:lvl5pPr>
              <a:defRPr sz="1200">
                <a:latin typeface="Gisha" panose="020B0502040204020203" pitchFamily="34" charset="-79"/>
                <a:cs typeface="Gisha" panose="020B0502040204020203" pitchFamily="34" charset="-79"/>
              </a:defRPr>
            </a:lvl5pPr>
          </a:lstStyle>
          <a:p>
            <a:pPr lvl="0"/>
            <a:r>
              <a:rPr lang="en-US"/>
              <a:t>SUBTITLE</a:t>
            </a:r>
            <a:endParaRPr lang="en-SG"/>
          </a:p>
        </p:txBody>
      </p:sp>
      <p:sp>
        <p:nvSpPr>
          <p:cNvPr id="20" name="Text Placeholder 1">
            <a:extLst>
              <a:ext uri="{FF2B5EF4-FFF2-40B4-BE49-F238E27FC236}">
                <a16:creationId xmlns:a16="http://schemas.microsoft.com/office/drawing/2014/main" id="{39359FF0-25FF-4326-B8CB-BB45721E7CF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" y="246482"/>
            <a:ext cx="12191999" cy="528637"/>
          </a:xfrm>
        </p:spPr>
        <p:txBody>
          <a:bodyPr>
            <a:noAutofit/>
          </a:bodyPr>
          <a:lstStyle>
            <a:lvl1pPr marL="0" indent="0" algn="ctr">
              <a:buNone/>
              <a:defRPr sz="3600" b="1">
                <a:solidFill>
                  <a:srgbClr val="023F88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1pPr>
          </a:lstStyle>
          <a:p>
            <a:r>
              <a:rPr lang="en-US"/>
              <a:t>OUR MAJOR CLIENTS</a:t>
            </a:r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11255012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jor Cli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0280F93-76B9-4D8F-B41D-662BDECAA863}"/>
              </a:ext>
            </a:extLst>
          </p:cNvPr>
          <p:cNvCxnSpPr>
            <a:cxnSpLocks/>
          </p:cNvCxnSpPr>
          <p:nvPr userDrawn="1"/>
        </p:nvCxnSpPr>
        <p:spPr>
          <a:xfrm>
            <a:off x="1947672" y="2717689"/>
            <a:ext cx="8339328" cy="0"/>
          </a:xfrm>
          <a:prstGeom prst="line">
            <a:avLst/>
          </a:prstGeom>
          <a:ln>
            <a:solidFill>
              <a:schemeClr val="accent3">
                <a:alpha val="50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3E6FA84-2908-48A6-9364-47B893D50C5D}"/>
              </a:ext>
            </a:extLst>
          </p:cNvPr>
          <p:cNvCxnSpPr>
            <a:cxnSpLocks/>
          </p:cNvCxnSpPr>
          <p:nvPr userDrawn="1"/>
        </p:nvCxnSpPr>
        <p:spPr>
          <a:xfrm>
            <a:off x="1947672" y="3990375"/>
            <a:ext cx="8430768" cy="0"/>
          </a:xfrm>
          <a:prstGeom prst="line">
            <a:avLst/>
          </a:prstGeom>
          <a:ln>
            <a:solidFill>
              <a:schemeClr val="accent3">
                <a:alpha val="50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F91D465-555D-4FD2-A2EF-27A662B4A53D}"/>
              </a:ext>
            </a:extLst>
          </p:cNvPr>
          <p:cNvCxnSpPr>
            <a:cxnSpLocks/>
          </p:cNvCxnSpPr>
          <p:nvPr userDrawn="1"/>
        </p:nvCxnSpPr>
        <p:spPr>
          <a:xfrm>
            <a:off x="1883664" y="5263060"/>
            <a:ext cx="8494776" cy="0"/>
          </a:xfrm>
          <a:prstGeom prst="line">
            <a:avLst/>
          </a:prstGeom>
          <a:ln>
            <a:solidFill>
              <a:schemeClr val="accent3">
                <a:alpha val="50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46FD134-22F1-421C-A55C-A775B621E021}"/>
              </a:ext>
            </a:extLst>
          </p:cNvPr>
          <p:cNvCxnSpPr/>
          <p:nvPr userDrawn="1"/>
        </p:nvCxnSpPr>
        <p:spPr>
          <a:xfrm flipV="1">
            <a:off x="3854974" y="1525836"/>
            <a:ext cx="0" cy="4792337"/>
          </a:xfrm>
          <a:prstGeom prst="line">
            <a:avLst/>
          </a:prstGeom>
          <a:ln>
            <a:solidFill>
              <a:schemeClr val="accent3">
                <a:alpha val="50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746EE97-1798-4974-ABC9-83D7922D5DBF}"/>
              </a:ext>
            </a:extLst>
          </p:cNvPr>
          <p:cNvCxnSpPr/>
          <p:nvPr userDrawn="1"/>
        </p:nvCxnSpPr>
        <p:spPr>
          <a:xfrm flipV="1">
            <a:off x="6244177" y="1525836"/>
            <a:ext cx="0" cy="4792337"/>
          </a:xfrm>
          <a:prstGeom prst="line">
            <a:avLst/>
          </a:prstGeom>
          <a:ln>
            <a:solidFill>
              <a:schemeClr val="accent3">
                <a:alpha val="50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0C508C6-3C53-435A-B559-0B22FEB5FAF4}"/>
              </a:ext>
            </a:extLst>
          </p:cNvPr>
          <p:cNvCxnSpPr/>
          <p:nvPr userDrawn="1"/>
        </p:nvCxnSpPr>
        <p:spPr>
          <a:xfrm flipV="1">
            <a:off x="8633379" y="1525836"/>
            <a:ext cx="0" cy="4792336"/>
          </a:xfrm>
          <a:prstGeom prst="line">
            <a:avLst/>
          </a:prstGeom>
          <a:ln>
            <a:solidFill>
              <a:schemeClr val="accent3">
                <a:alpha val="50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BD9F5CAC-0C08-48B9-B343-CB73375710B7}"/>
              </a:ext>
            </a:extLst>
          </p:cNvPr>
          <p:cNvSpPr/>
          <p:nvPr userDrawn="1"/>
        </p:nvSpPr>
        <p:spPr>
          <a:xfrm>
            <a:off x="5487836" y="775119"/>
            <a:ext cx="1216325" cy="6901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F13BBB90-79F8-4071-B54F-0890A02316B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33450"/>
            <a:ext cx="12192000" cy="295275"/>
          </a:xfrm>
        </p:spPr>
        <p:txBody>
          <a:bodyPr>
            <a:noAutofit/>
          </a:bodyPr>
          <a:lstStyle>
            <a:lvl1pPr marL="0" indent="0" algn="ctr">
              <a:buNone/>
              <a:defRPr sz="1400" b="1" spc="300">
                <a:solidFill>
                  <a:schemeClr val="tx1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1pPr>
            <a:lvl2pPr>
              <a:defRPr sz="1200">
                <a:latin typeface="Gisha" panose="020B0502040204020203" pitchFamily="34" charset="-79"/>
                <a:cs typeface="Gisha" panose="020B0502040204020203" pitchFamily="34" charset="-79"/>
              </a:defRPr>
            </a:lvl2pPr>
            <a:lvl3pPr>
              <a:defRPr sz="1200">
                <a:latin typeface="Gisha" panose="020B0502040204020203" pitchFamily="34" charset="-79"/>
                <a:cs typeface="Gisha" panose="020B0502040204020203" pitchFamily="34" charset="-79"/>
              </a:defRPr>
            </a:lvl3pPr>
            <a:lvl4pPr>
              <a:defRPr sz="1200">
                <a:latin typeface="Gisha" panose="020B0502040204020203" pitchFamily="34" charset="-79"/>
                <a:cs typeface="Gisha" panose="020B0502040204020203" pitchFamily="34" charset="-79"/>
              </a:defRPr>
            </a:lvl4pPr>
            <a:lvl5pPr>
              <a:defRPr sz="1200">
                <a:latin typeface="Gisha" panose="020B0502040204020203" pitchFamily="34" charset="-79"/>
                <a:cs typeface="Gisha" panose="020B0502040204020203" pitchFamily="34" charset="-79"/>
              </a:defRPr>
            </a:lvl5pPr>
          </a:lstStyle>
          <a:p>
            <a:pPr lvl="0"/>
            <a:r>
              <a:rPr lang="en-US"/>
              <a:t>SUBTITLE</a:t>
            </a:r>
            <a:endParaRPr lang="en-SG"/>
          </a:p>
        </p:txBody>
      </p:sp>
      <p:sp>
        <p:nvSpPr>
          <p:cNvPr id="20" name="Text Placeholder 1">
            <a:extLst>
              <a:ext uri="{FF2B5EF4-FFF2-40B4-BE49-F238E27FC236}">
                <a16:creationId xmlns:a16="http://schemas.microsoft.com/office/drawing/2014/main" id="{39359FF0-25FF-4326-B8CB-BB45721E7CF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" y="246482"/>
            <a:ext cx="12191999" cy="528637"/>
          </a:xfrm>
        </p:spPr>
        <p:txBody>
          <a:bodyPr>
            <a:noAutofit/>
          </a:bodyPr>
          <a:lstStyle>
            <a:lvl1pPr marL="0" indent="0" algn="ctr">
              <a:buNone/>
              <a:defRPr sz="3600" b="1">
                <a:solidFill>
                  <a:srgbClr val="023F88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1pPr>
          </a:lstStyle>
          <a:p>
            <a:r>
              <a:rPr lang="en-US"/>
              <a:t>OUR MAJOR CLIENTS</a:t>
            </a:r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91111497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Major Cli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0280F93-76B9-4D8F-B41D-662BDECAA863}"/>
              </a:ext>
            </a:extLst>
          </p:cNvPr>
          <p:cNvCxnSpPr>
            <a:cxnSpLocks/>
          </p:cNvCxnSpPr>
          <p:nvPr userDrawn="1"/>
        </p:nvCxnSpPr>
        <p:spPr>
          <a:xfrm>
            <a:off x="2240280" y="3037729"/>
            <a:ext cx="7863840" cy="0"/>
          </a:xfrm>
          <a:prstGeom prst="line">
            <a:avLst/>
          </a:prstGeom>
          <a:ln>
            <a:solidFill>
              <a:schemeClr val="accent3">
                <a:alpha val="50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3E6FA84-2908-48A6-9364-47B893D50C5D}"/>
              </a:ext>
            </a:extLst>
          </p:cNvPr>
          <p:cNvCxnSpPr>
            <a:cxnSpLocks/>
          </p:cNvCxnSpPr>
          <p:nvPr userDrawn="1"/>
        </p:nvCxnSpPr>
        <p:spPr>
          <a:xfrm>
            <a:off x="2240280" y="4767615"/>
            <a:ext cx="7863840" cy="0"/>
          </a:xfrm>
          <a:prstGeom prst="line">
            <a:avLst/>
          </a:prstGeom>
          <a:ln>
            <a:solidFill>
              <a:schemeClr val="accent3">
                <a:alpha val="50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46FD134-22F1-421C-A55C-A775B621E021}"/>
              </a:ext>
            </a:extLst>
          </p:cNvPr>
          <p:cNvCxnSpPr/>
          <p:nvPr userDrawn="1"/>
        </p:nvCxnSpPr>
        <p:spPr>
          <a:xfrm flipV="1">
            <a:off x="3891550" y="1525836"/>
            <a:ext cx="0" cy="4792337"/>
          </a:xfrm>
          <a:prstGeom prst="line">
            <a:avLst/>
          </a:prstGeom>
          <a:ln>
            <a:solidFill>
              <a:schemeClr val="accent3">
                <a:alpha val="50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746EE97-1798-4974-ABC9-83D7922D5DBF}"/>
              </a:ext>
            </a:extLst>
          </p:cNvPr>
          <p:cNvCxnSpPr/>
          <p:nvPr userDrawn="1"/>
        </p:nvCxnSpPr>
        <p:spPr>
          <a:xfrm flipV="1">
            <a:off x="6175596" y="1525837"/>
            <a:ext cx="0" cy="4792337"/>
          </a:xfrm>
          <a:prstGeom prst="line">
            <a:avLst/>
          </a:prstGeom>
          <a:ln>
            <a:solidFill>
              <a:schemeClr val="accent3">
                <a:alpha val="50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0C508C6-3C53-435A-B559-0B22FEB5FAF4}"/>
              </a:ext>
            </a:extLst>
          </p:cNvPr>
          <p:cNvCxnSpPr/>
          <p:nvPr userDrawn="1"/>
        </p:nvCxnSpPr>
        <p:spPr>
          <a:xfrm flipV="1">
            <a:off x="8459643" y="1525836"/>
            <a:ext cx="0" cy="4792336"/>
          </a:xfrm>
          <a:prstGeom prst="line">
            <a:avLst/>
          </a:prstGeom>
          <a:ln>
            <a:solidFill>
              <a:schemeClr val="accent3">
                <a:alpha val="50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BD9F5CAC-0C08-48B9-B343-CB73375710B7}"/>
              </a:ext>
            </a:extLst>
          </p:cNvPr>
          <p:cNvSpPr/>
          <p:nvPr userDrawn="1"/>
        </p:nvSpPr>
        <p:spPr>
          <a:xfrm>
            <a:off x="5487836" y="775119"/>
            <a:ext cx="1216325" cy="6901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F13BBB90-79F8-4071-B54F-0890A02316B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33450"/>
            <a:ext cx="12192000" cy="295275"/>
          </a:xfrm>
        </p:spPr>
        <p:txBody>
          <a:bodyPr>
            <a:noAutofit/>
          </a:bodyPr>
          <a:lstStyle>
            <a:lvl1pPr marL="0" indent="0" algn="ctr">
              <a:buNone/>
              <a:defRPr sz="1400" b="1" spc="300">
                <a:solidFill>
                  <a:schemeClr val="tx1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1pPr>
            <a:lvl2pPr>
              <a:defRPr sz="1200">
                <a:latin typeface="Gisha" panose="020B0502040204020203" pitchFamily="34" charset="-79"/>
                <a:cs typeface="Gisha" panose="020B0502040204020203" pitchFamily="34" charset="-79"/>
              </a:defRPr>
            </a:lvl2pPr>
            <a:lvl3pPr>
              <a:defRPr sz="1200">
                <a:latin typeface="Gisha" panose="020B0502040204020203" pitchFamily="34" charset="-79"/>
                <a:cs typeface="Gisha" panose="020B0502040204020203" pitchFamily="34" charset="-79"/>
              </a:defRPr>
            </a:lvl3pPr>
            <a:lvl4pPr>
              <a:defRPr sz="1200">
                <a:latin typeface="Gisha" panose="020B0502040204020203" pitchFamily="34" charset="-79"/>
                <a:cs typeface="Gisha" panose="020B0502040204020203" pitchFamily="34" charset="-79"/>
              </a:defRPr>
            </a:lvl4pPr>
            <a:lvl5pPr>
              <a:defRPr sz="1200">
                <a:latin typeface="Gisha" panose="020B0502040204020203" pitchFamily="34" charset="-79"/>
                <a:cs typeface="Gisha" panose="020B0502040204020203" pitchFamily="34" charset="-79"/>
              </a:defRPr>
            </a:lvl5pPr>
          </a:lstStyle>
          <a:p>
            <a:pPr lvl="0"/>
            <a:r>
              <a:rPr lang="en-US"/>
              <a:t>SUBTITLE</a:t>
            </a:r>
            <a:endParaRPr lang="en-SG"/>
          </a:p>
        </p:txBody>
      </p:sp>
      <p:sp>
        <p:nvSpPr>
          <p:cNvPr id="20" name="Text Placeholder 1">
            <a:extLst>
              <a:ext uri="{FF2B5EF4-FFF2-40B4-BE49-F238E27FC236}">
                <a16:creationId xmlns:a16="http://schemas.microsoft.com/office/drawing/2014/main" id="{39359FF0-25FF-4326-B8CB-BB45721E7CF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" y="246482"/>
            <a:ext cx="12191999" cy="528637"/>
          </a:xfrm>
        </p:spPr>
        <p:txBody>
          <a:bodyPr>
            <a:noAutofit/>
          </a:bodyPr>
          <a:lstStyle>
            <a:lvl1pPr marL="0" indent="0" algn="ctr">
              <a:buNone/>
              <a:defRPr sz="3600" b="1">
                <a:solidFill>
                  <a:srgbClr val="023F88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1pPr>
          </a:lstStyle>
          <a:p>
            <a:r>
              <a:rPr lang="en-US"/>
              <a:t>OUR MAJOR CLIENTS</a:t>
            </a:r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58463797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eamOverview(3x3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3"/>
          <p:cNvSpPr>
            <a:spLocks noGrp="1" noChangeAspect="1"/>
          </p:cNvSpPr>
          <p:nvPr>
            <p:ph type="pic" sz="quarter" idx="26"/>
          </p:nvPr>
        </p:nvSpPr>
        <p:spPr>
          <a:xfrm>
            <a:off x="8257657" y="1836610"/>
            <a:ext cx="1895570" cy="1895076"/>
          </a:xfrm>
          <a:prstGeom prst="ellipse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>
            <a:normAutofit/>
          </a:bodyPr>
          <a:lstStyle>
            <a:lvl1pPr marL="0" indent="0">
              <a:buNone/>
              <a:defRPr sz="1300" b="1" i="0">
                <a:ln>
                  <a:noFill/>
                </a:ln>
                <a:solidFill>
                  <a:schemeClr val="tx2"/>
                </a:solidFill>
                <a:latin typeface="Roboto" charset="0"/>
                <a:ea typeface="Roboto" charset="0"/>
                <a:cs typeface="Roboto" charset="0"/>
              </a:defRPr>
            </a:lvl1pPr>
          </a:lstStyle>
          <a:p>
            <a:pPr lvl="0"/>
            <a:endParaRPr lang="en-US" noProof="0"/>
          </a:p>
        </p:txBody>
      </p:sp>
      <p:sp>
        <p:nvSpPr>
          <p:cNvPr id="20" name="Picture Placeholder 13"/>
          <p:cNvSpPr>
            <a:spLocks noGrp="1" noChangeAspect="1"/>
          </p:cNvSpPr>
          <p:nvPr>
            <p:ph type="pic" sz="quarter" idx="27"/>
          </p:nvPr>
        </p:nvSpPr>
        <p:spPr>
          <a:xfrm>
            <a:off x="5148215" y="1836610"/>
            <a:ext cx="1895570" cy="1895076"/>
          </a:xfrm>
          <a:prstGeom prst="ellipse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>
            <a:normAutofit/>
          </a:bodyPr>
          <a:lstStyle>
            <a:lvl1pPr marL="0" indent="0">
              <a:buNone/>
              <a:defRPr sz="1300" b="1" i="0">
                <a:ln>
                  <a:noFill/>
                </a:ln>
                <a:solidFill>
                  <a:schemeClr val="tx2"/>
                </a:solidFill>
                <a:latin typeface="Roboto" charset="0"/>
                <a:ea typeface="Roboto" charset="0"/>
                <a:cs typeface="Roboto" charset="0"/>
              </a:defRPr>
            </a:lvl1pPr>
          </a:lstStyle>
          <a:p>
            <a:pPr lvl="0"/>
            <a:endParaRPr lang="en-US" noProof="0"/>
          </a:p>
        </p:txBody>
      </p:sp>
      <p:sp>
        <p:nvSpPr>
          <p:cNvPr id="21" name="Picture Placeholder 13"/>
          <p:cNvSpPr>
            <a:spLocks noGrp="1" noChangeAspect="1"/>
          </p:cNvSpPr>
          <p:nvPr>
            <p:ph type="pic" sz="quarter" idx="28"/>
          </p:nvPr>
        </p:nvSpPr>
        <p:spPr>
          <a:xfrm>
            <a:off x="2080213" y="1836610"/>
            <a:ext cx="1895570" cy="1895076"/>
          </a:xfrm>
          <a:prstGeom prst="ellipse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>
            <a:normAutofit/>
          </a:bodyPr>
          <a:lstStyle>
            <a:lvl1pPr marL="0" indent="0">
              <a:buNone/>
              <a:defRPr sz="1300" b="1" i="0">
                <a:ln>
                  <a:noFill/>
                </a:ln>
                <a:solidFill>
                  <a:schemeClr val="tx2"/>
                </a:solidFill>
                <a:latin typeface="Roboto" charset="0"/>
                <a:ea typeface="Roboto" charset="0"/>
                <a:cs typeface="Roboto" charset="0"/>
              </a:defRPr>
            </a:lvl1pPr>
          </a:lstStyle>
          <a:p>
            <a:pPr lvl="0"/>
            <a:endParaRPr lang="en-US" noProof="0"/>
          </a:p>
        </p:txBody>
      </p:sp>
      <p:sp>
        <p:nvSpPr>
          <p:cNvPr id="6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57163"/>
            <a:ext cx="12191999" cy="528637"/>
          </a:xfrm>
        </p:spPr>
        <p:txBody>
          <a:bodyPr>
            <a:noAutofit/>
          </a:bodyPr>
          <a:lstStyle>
            <a:lvl1pPr marL="0" indent="0" algn="ctr">
              <a:buNone/>
              <a:defRPr sz="3600" b="1">
                <a:solidFill>
                  <a:srgbClr val="023F88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1pPr>
            <a:lvl2pPr>
              <a:defRPr sz="4000" b="1">
                <a:solidFill>
                  <a:srgbClr val="023F88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2pPr>
            <a:lvl3pPr>
              <a:defRPr sz="4000" b="1">
                <a:solidFill>
                  <a:srgbClr val="023F88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3pPr>
            <a:lvl4pPr>
              <a:defRPr sz="4000" b="1">
                <a:solidFill>
                  <a:srgbClr val="023F88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4pPr>
            <a:lvl5pPr>
              <a:defRPr sz="4000" b="1">
                <a:solidFill>
                  <a:srgbClr val="023F88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5pPr>
          </a:lstStyle>
          <a:p>
            <a:pPr lvl="0"/>
            <a:r>
              <a:rPr lang="en-US"/>
              <a:t>OUR TEAM</a:t>
            </a:r>
            <a:endParaRPr lang="en-SG"/>
          </a:p>
        </p:txBody>
      </p:sp>
      <p:sp>
        <p:nvSpPr>
          <p:cNvPr id="7" name="Rectangle 6"/>
          <p:cNvSpPr/>
          <p:nvPr userDrawn="1"/>
        </p:nvSpPr>
        <p:spPr>
          <a:xfrm>
            <a:off x="5487836" y="775119"/>
            <a:ext cx="1216325" cy="6901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30" hasCustomPrompt="1"/>
          </p:nvPr>
        </p:nvSpPr>
        <p:spPr>
          <a:xfrm>
            <a:off x="2080213" y="3854020"/>
            <a:ext cx="1896247" cy="310371"/>
          </a:xfrm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tx1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1pPr>
          </a:lstStyle>
          <a:p>
            <a:pPr lvl="0"/>
            <a:r>
              <a:rPr lang="en-US"/>
              <a:t>NAME</a:t>
            </a:r>
            <a:endParaRPr lang="en-SG"/>
          </a:p>
        </p:txBody>
      </p:sp>
      <p:sp>
        <p:nvSpPr>
          <p:cNvPr id="9" name="Text Placeholder 2"/>
          <p:cNvSpPr>
            <a:spLocks noGrp="1"/>
          </p:cNvSpPr>
          <p:nvPr>
            <p:ph type="body" sz="quarter" idx="31" hasCustomPrompt="1"/>
          </p:nvPr>
        </p:nvSpPr>
        <p:spPr>
          <a:xfrm>
            <a:off x="2080213" y="4211343"/>
            <a:ext cx="1896247" cy="310371"/>
          </a:xfrm>
        </p:spPr>
        <p:txBody>
          <a:bodyPr>
            <a:noAutofit/>
          </a:bodyPr>
          <a:lstStyle>
            <a:lvl1pPr marL="0" indent="0" algn="ctr">
              <a:buNone/>
              <a:defRPr sz="1200" b="1">
                <a:solidFill>
                  <a:schemeClr val="tx1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1pPr>
          </a:lstStyle>
          <a:p>
            <a:pPr lvl="0"/>
            <a:r>
              <a:rPr lang="en-US"/>
              <a:t>Designation</a:t>
            </a:r>
            <a:endParaRPr lang="en-SG"/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32" hasCustomPrompt="1"/>
          </p:nvPr>
        </p:nvSpPr>
        <p:spPr>
          <a:xfrm>
            <a:off x="2080213" y="4572125"/>
            <a:ext cx="1896247" cy="310371"/>
          </a:xfrm>
        </p:spPr>
        <p:txBody>
          <a:bodyPr>
            <a:noAutofit/>
          </a:bodyPr>
          <a:lstStyle>
            <a:lvl1pPr marL="0" indent="0" algn="ctr">
              <a:buNone/>
              <a:defRPr sz="1200" b="0">
                <a:solidFill>
                  <a:schemeClr val="tx1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1pPr>
          </a:lstStyle>
          <a:p>
            <a:pPr lvl="0"/>
            <a:r>
              <a:rPr lang="en-US"/>
              <a:t>Project Role</a:t>
            </a:r>
            <a:endParaRPr lang="en-SG"/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33" hasCustomPrompt="1"/>
          </p:nvPr>
        </p:nvSpPr>
        <p:spPr>
          <a:xfrm>
            <a:off x="5147538" y="3843050"/>
            <a:ext cx="1896247" cy="310371"/>
          </a:xfrm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tx1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1pPr>
          </a:lstStyle>
          <a:p>
            <a:pPr lvl="0"/>
            <a:r>
              <a:rPr lang="en-US"/>
              <a:t>NAME</a:t>
            </a:r>
            <a:endParaRPr lang="en-SG"/>
          </a:p>
        </p:txBody>
      </p:sp>
      <p:sp>
        <p:nvSpPr>
          <p:cNvPr id="12" name="Text Placeholder 2"/>
          <p:cNvSpPr>
            <a:spLocks noGrp="1"/>
          </p:cNvSpPr>
          <p:nvPr>
            <p:ph type="body" sz="quarter" idx="34" hasCustomPrompt="1"/>
          </p:nvPr>
        </p:nvSpPr>
        <p:spPr>
          <a:xfrm>
            <a:off x="5147538" y="4200373"/>
            <a:ext cx="1896247" cy="310371"/>
          </a:xfrm>
        </p:spPr>
        <p:txBody>
          <a:bodyPr>
            <a:noAutofit/>
          </a:bodyPr>
          <a:lstStyle>
            <a:lvl1pPr marL="0" indent="0" algn="ctr">
              <a:buNone/>
              <a:defRPr sz="1200" b="1">
                <a:solidFill>
                  <a:schemeClr val="tx1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1pPr>
          </a:lstStyle>
          <a:p>
            <a:pPr lvl="0"/>
            <a:r>
              <a:rPr lang="en-US"/>
              <a:t>Designation</a:t>
            </a:r>
            <a:endParaRPr lang="en-SG"/>
          </a:p>
        </p:txBody>
      </p:sp>
      <p:sp>
        <p:nvSpPr>
          <p:cNvPr id="13" name="Text Placeholder 2"/>
          <p:cNvSpPr>
            <a:spLocks noGrp="1"/>
          </p:cNvSpPr>
          <p:nvPr>
            <p:ph type="body" sz="quarter" idx="35" hasCustomPrompt="1"/>
          </p:nvPr>
        </p:nvSpPr>
        <p:spPr>
          <a:xfrm>
            <a:off x="5147538" y="4561155"/>
            <a:ext cx="1896247" cy="310371"/>
          </a:xfrm>
        </p:spPr>
        <p:txBody>
          <a:bodyPr>
            <a:noAutofit/>
          </a:bodyPr>
          <a:lstStyle>
            <a:lvl1pPr marL="0" indent="0" algn="ctr">
              <a:buNone/>
              <a:defRPr sz="1200" b="0">
                <a:solidFill>
                  <a:schemeClr val="tx1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1pPr>
          </a:lstStyle>
          <a:p>
            <a:pPr lvl="0"/>
            <a:r>
              <a:rPr lang="en-US"/>
              <a:t>Project Role</a:t>
            </a:r>
            <a:endParaRPr lang="en-SG"/>
          </a:p>
        </p:txBody>
      </p:sp>
      <p:sp>
        <p:nvSpPr>
          <p:cNvPr id="14" name="Text Placeholder 2"/>
          <p:cNvSpPr>
            <a:spLocks noGrp="1"/>
          </p:cNvSpPr>
          <p:nvPr>
            <p:ph type="body" sz="quarter" idx="36" hasCustomPrompt="1"/>
          </p:nvPr>
        </p:nvSpPr>
        <p:spPr>
          <a:xfrm>
            <a:off x="8256980" y="3854020"/>
            <a:ext cx="1896247" cy="310371"/>
          </a:xfrm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tx1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1pPr>
          </a:lstStyle>
          <a:p>
            <a:pPr lvl="0"/>
            <a:r>
              <a:rPr lang="en-US"/>
              <a:t>NAME</a:t>
            </a:r>
            <a:endParaRPr lang="en-SG"/>
          </a:p>
        </p:txBody>
      </p:sp>
      <p:sp>
        <p:nvSpPr>
          <p:cNvPr id="16" name="Text Placeholder 2"/>
          <p:cNvSpPr>
            <a:spLocks noGrp="1"/>
          </p:cNvSpPr>
          <p:nvPr>
            <p:ph type="body" sz="quarter" idx="37" hasCustomPrompt="1"/>
          </p:nvPr>
        </p:nvSpPr>
        <p:spPr>
          <a:xfrm>
            <a:off x="8256980" y="4211343"/>
            <a:ext cx="1896247" cy="310371"/>
          </a:xfrm>
        </p:spPr>
        <p:txBody>
          <a:bodyPr>
            <a:noAutofit/>
          </a:bodyPr>
          <a:lstStyle>
            <a:lvl1pPr marL="0" indent="0" algn="ctr">
              <a:buNone/>
              <a:defRPr sz="1200" b="1">
                <a:solidFill>
                  <a:schemeClr val="tx1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1pPr>
          </a:lstStyle>
          <a:p>
            <a:pPr lvl="0"/>
            <a:r>
              <a:rPr lang="en-US"/>
              <a:t>Designation</a:t>
            </a:r>
            <a:endParaRPr lang="en-SG"/>
          </a:p>
        </p:txBody>
      </p:sp>
      <p:sp>
        <p:nvSpPr>
          <p:cNvPr id="17" name="Text Placeholder 2"/>
          <p:cNvSpPr>
            <a:spLocks noGrp="1"/>
          </p:cNvSpPr>
          <p:nvPr>
            <p:ph type="body" sz="quarter" idx="38" hasCustomPrompt="1"/>
          </p:nvPr>
        </p:nvSpPr>
        <p:spPr>
          <a:xfrm>
            <a:off x="8256980" y="4572125"/>
            <a:ext cx="1896247" cy="310371"/>
          </a:xfrm>
        </p:spPr>
        <p:txBody>
          <a:bodyPr>
            <a:noAutofit/>
          </a:bodyPr>
          <a:lstStyle>
            <a:lvl1pPr marL="0" indent="0" algn="ctr">
              <a:buNone/>
              <a:defRPr sz="1200" b="0">
                <a:solidFill>
                  <a:schemeClr val="tx1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1pPr>
          </a:lstStyle>
          <a:p>
            <a:pPr lvl="0"/>
            <a:r>
              <a:rPr lang="en-US"/>
              <a:t>Project Role</a:t>
            </a:r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525724072"/>
      </p:ext>
    </p:extLst>
  </p:cSld>
  <p:clrMapOvr>
    <a:masterClrMapping/>
  </p:clrMapOvr>
  <p:transition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5_TeamOverview(1x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sz="quarter" idx="10"/>
          </p:nvPr>
        </p:nvSpPr>
        <p:spPr>
          <a:xfrm>
            <a:off x="-907180" y="630621"/>
            <a:ext cx="5597586" cy="5596128"/>
          </a:xfrm>
          <a:prstGeom prst="ellipse">
            <a:avLst/>
          </a:prstGeom>
        </p:spPr>
        <p:txBody>
          <a:bodyPr rtlCol="0">
            <a:normAutofit/>
          </a:bodyPr>
          <a:lstStyle/>
          <a:p>
            <a:pPr lvl="0"/>
            <a:r>
              <a:rPr lang="en-US" noProof="0"/>
              <a:t>Drag picture to placeholder or click icon to add</a:t>
            </a:r>
          </a:p>
        </p:txBody>
      </p:sp>
    </p:spTree>
    <p:extLst>
      <p:ext uri="{BB962C8B-B14F-4D97-AF65-F5344CB8AC3E}">
        <p14:creationId xmlns:p14="http://schemas.microsoft.com/office/powerpoint/2010/main" val="1022730052"/>
      </p:ext>
    </p:extLst>
  </p:cSld>
  <p:clrMapOvr>
    <a:masterClrMapping/>
  </p:clrMapOvr>
  <p:transition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CaseStudyOverview(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4338974" y="6289675"/>
            <a:ext cx="3479912" cy="36750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914217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900">
              <a:latin typeface="Lato Light" charset="0"/>
            </a:endParaRPr>
          </a:p>
        </p:txBody>
      </p:sp>
      <p:sp>
        <p:nvSpPr>
          <p:cNvPr id="4" name="Picture Placeholder 13"/>
          <p:cNvSpPr>
            <a:spLocks noGrp="1"/>
          </p:cNvSpPr>
          <p:nvPr>
            <p:ph type="pic" sz="quarter" idx="60"/>
          </p:nvPr>
        </p:nvSpPr>
        <p:spPr>
          <a:xfrm>
            <a:off x="-4509" y="0"/>
            <a:ext cx="7511233" cy="6858000"/>
          </a:xfrm>
          <a:prstGeom prst="rect">
            <a:avLst/>
          </a:prstGeom>
          <a:effectLst/>
        </p:spPr>
        <p:txBody>
          <a:bodyPr/>
          <a:lstStyle>
            <a:lvl1pPr marL="0" indent="0">
              <a:buNone/>
              <a:defRPr sz="1300">
                <a:ln>
                  <a:noFill/>
                </a:ln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pPr lvl="0"/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290195212"/>
      </p:ext>
    </p:extLst>
  </p:cSld>
  <p:clrMapOvr>
    <a:masterClrMapping/>
  </p:clrMapOvr>
  <p:transition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CaseStudy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13"/>
          <p:cNvSpPr>
            <a:spLocks noGrp="1"/>
          </p:cNvSpPr>
          <p:nvPr>
            <p:ph type="pic" sz="quarter" idx="27"/>
          </p:nvPr>
        </p:nvSpPr>
        <p:spPr>
          <a:xfrm>
            <a:off x="6703630" y="0"/>
            <a:ext cx="5488370" cy="6858000"/>
          </a:xfrm>
          <a:solidFill>
            <a:schemeClr val="bg1">
              <a:lumMod val="95000"/>
            </a:schemeClr>
          </a:solidFill>
          <a:effectLst/>
        </p:spPr>
        <p:txBody>
          <a:bodyPr rtlCol="0">
            <a:normAutofit/>
          </a:bodyPr>
          <a:lstStyle>
            <a:lvl1pPr marL="0" indent="0">
              <a:buNone/>
              <a:defRPr sz="1000">
                <a:ln>
                  <a:noFill/>
                </a:ln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</a:p>
        </p:txBody>
      </p:sp>
      <p:sp>
        <p:nvSpPr>
          <p:cNvPr id="7" name="Rectangle 6"/>
          <p:cNvSpPr/>
          <p:nvPr userDrawn="1"/>
        </p:nvSpPr>
        <p:spPr>
          <a:xfrm>
            <a:off x="674688" y="1086709"/>
            <a:ext cx="1216325" cy="6901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674687" y="1306900"/>
            <a:ext cx="6028943" cy="528637"/>
          </a:xfrm>
        </p:spPr>
        <p:txBody>
          <a:bodyPr>
            <a:noAutofit/>
          </a:bodyPr>
          <a:lstStyle>
            <a:lvl1pPr marL="0" indent="0" algn="l">
              <a:buNone/>
              <a:defRPr sz="3600" b="1">
                <a:solidFill>
                  <a:srgbClr val="023F88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1pPr>
            <a:lvl2pPr>
              <a:defRPr sz="4000" b="1">
                <a:solidFill>
                  <a:srgbClr val="023F88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2pPr>
            <a:lvl3pPr>
              <a:defRPr sz="4000" b="1">
                <a:solidFill>
                  <a:srgbClr val="023F88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3pPr>
            <a:lvl4pPr>
              <a:defRPr sz="4000" b="1">
                <a:solidFill>
                  <a:srgbClr val="023F88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4pPr>
            <a:lvl5pPr>
              <a:defRPr sz="4000" b="1">
                <a:solidFill>
                  <a:srgbClr val="023F88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5pPr>
          </a:lstStyle>
          <a:p>
            <a:pPr lvl="0"/>
            <a:r>
              <a:rPr lang="en-US"/>
              <a:t>TITLE</a:t>
            </a:r>
            <a:endParaRPr lang="en-SG"/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674686" y="1839079"/>
            <a:ext cx="6028944" cy="295275"/>
          </a:xfrm>
        </p:spPr>
        <p:txBody>
          <a:bodyPr>
            <a:noAutofit/>
          </a:bodyPr>
          <a:lstStyle>
            <a:lvl1pPr marL="0" indent="0" algn="l">
              <a:buNone/>
              <a:defRPr sz="1400" b="1" spc="300">
                <a:solidFill>
                  <a:schemeClr val="accent3">
                    <a:lumMod val="50000"/>
                  </a:schemeClr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1pPr>
            <a:lvl2pPr>
              <a:defRPr sz="1200">
                <a:latin typeface="Gisha" panose="020B0502040204020203" pitchFamily="34" charset="-79"/>
                <a:cs typeface="Gisha" panose="020B0502040204020203" pitchFamily="34" charset="-79"/>
              </a:defRPr>
            </a:lvl2pPr>
            <a:lvl3pPr>
              <a:defRPr sz="1200">
                <a:latin typeface="Gisha" panose="020B0502040204020203" pitchFamily="34" charset="-79"/>
                <a:cs typeface="Gisha" panose="020B0502040204020203" pitchFamily="34" charset="-79"/>
              </a:defRPr>
            </a:lvl3pPr>
            <a:lvl4pPr>
              <a:defRPr sz="1200">
                <a:latin typeface="Gisha" panose="020B0502040204020203" pitchFamily="34" charset="-79"/>
                <a:cs typeface="Gisha" panose="020B0502040204020203" pitchFamily="34" charset="-79"/>
              </a:defRPr>
            </a:lvl4pPr>
            <a:lvl5pPr>
              <a:defRPr sz="1200">
                <a:latin typeface="Gisha" panose="020B0502040204020203" pitchFamily="34" charset="-79"/>
                <a:cs typeface="Gisha" panose="020B0502040204020203" pitchFamily="34" charset="-79"/>
              </a:defRPr>
            </a:lvl5pPr>
          </a:lstStyle>
          <a:p>
            <a:pPr lvl="0"/>
            <a:r>
              <a:rPr lang="en-US"/>
              <a:t>PROJECT NAME</a:t>
            </a:r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562577617"/>
      </p:ext>
    </p:extLst>
  </p:cSld>
  <p:clrMapOvr>
    <a:masterClrMapping/>
  </p:clrMapOvr>
  <p:transition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CaseStudyBackground(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7106442" y="0"/>
            <a:ext cx="5098261" cy="6858000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endParaRPr lang="en-US" noProof="0"/>
          </a:p>
        </p:txBody>
      </p:sp>
      <p:sp>
        <p:nvSpPr>
          <p:cNvPr id="4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674687" y="1306900"/>
            <a:ext cx="6028943" cy="528637"/>
          </a:xfrm>
        </p:spPr>
        <p:txBody>
          <a:bodyPr>
            <a:noAutofit/>
          </a:bodyPr>
          <a:lstStyle>
            <a:lvl1pPr marL="0" indent="0" algn="l">
              <a:buNone/>
              <a:defRPr sz="3600" b="1">
                <a:solidFill>
                  <a:srgbClr val="023F88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1pPr>
            <a:lvl2pPr>
              <a:defRPr sz="4000" b="1">
                <a:solidFill>
                  <a:srgbClr val="023F88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2pPr>
            <a:lvl3pPr>
              <a:defRPr sz="4000" b="1">
                <a:solidFill>
                  <a:srgbClr val="023F88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3pPr>
            <a:lvl4pPr>
              <a:defRPr sz="4000" b="1">
                <a:solidFill>
                  <a:srgbClr val="023F88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4pPr>
            <a:lvl5pPr>
              <a:defRPr sz="4000" b="1">
                <a:solidFill>
                  <a:srgbClr val="023F88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5pPr>
          </a:lstStyle>
          <a:p>
            <a:pPr lvl="0"/>
            <a:r>
              <a:rPr lang="en-US"/>
              <a:t>TITLE</a:t>
            </a:r>
            <a:endParaRPr lang="en-SG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674686" y="1839079"/>
            <a:ext cx="6028944" cy="295275"/>
          </a:xfrm>
        </p:spPr>
        <p:txBody>
          <a:bodyPr>
            <a:noAutofit/>
          </a:bodyPr>
          <a:lstStyle>
            <a:lvl1pPr marL="0" indent="0" algn="l">
              <a:buNone/>
              <a:defRPr sz="1400" b="1" spc="300">
                <a:solidFill>
                  <a:schemeClr val="accent3">
                    <a:lumMod val="50000"/>
                  </a:schemeClr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1pPr>
            <a:lvl2pPr>
              <a:defRPr sz="1200">
                <a:latin typeface="Gisha" panose="020B0502040204020203" pitchFamily="34" charset="-79"/>
                <a:cs typeface="Gisha" panose="020B0502040204020203" pitchFamily="34" charset="-79"/>
              </a:defRPr>
            </a:lvl2pPr>
            <a:lvl3pPr>
              <a:defRPr sz="1200">
                <a:latin typeface="Gisha" panose="020B0502040204020203" pitchFamily="34" charset="-79"/>
                <a:cs typeface="Gisha" panose="020B0502040204020203" pitchFamily="34" charset="-79"/>
              </a:defRPr>
            </a:lvl3pPr>
            <a:lvl4pPr>
              <a:defRPr sz="1200">
                <a:latin typeface="Gisha" panose="020B0502040204020203" pitchFamily="34" charset="-79"/>
                <a:cs typeface="Gisha" panose="020B0502040204020203" pitchFamily="34" charset="-79"/>
              </a:defRPr>
            </a:lvl4pPr>
            <a:lvl5pPr>
              <a:defRPr sz="1200">
                <a:latin typeface="Gisha" panose="020B0502040204020203" pitchFamily="34" charset="-79"/>
                <a:cs typeface="Gisha" panose="020B0502040204020203" pitchFamily="34" charset="-79"/>
              </a:defRPr>
            </a:lvl5pPr>
          </a:lstStyle>
          <a:p>
            <a:pPr lvl="0"/>
            <a:r>
              <a:rPr lang="en-US"/>
              <a:t>PROJECT NAME</a:t>
            </a:r>
            <a:endParaRPr lang="en-SG"/>
          </a:p>
        </p:txBody>
      </p:sp>
      <p:sp>
        <p:nvSpPr>
          <p:cNvPr id="7" name="Rectangle 6"/>
          <p:cNvSpPr/>
          <p:nvPr userDrawn="1"/>
        </p:nvSpPr>
        <p:spPr>
          <a:xfrm>
            <a:off x="674688" y="1086709"/>
            <a:ext cx="1216325" cy="6901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09106210"/>
      </p:ext>
    </p:extLst>
  </p:cSld>
  <p:clrMapOvr>
    <a:masterClrMapping/>
  </p:clrMapOvr>
  <p:transition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CaseStudyOver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icture Placeholder 13"/>
          <p:cNvSpPr>
            <a:spLocks noGrp="1"/>
          </p:cNvSpPr>
          <p:nvPr>
            <p:ph type="pic" sz="quarter" idx="31"/>
          </p:nvPr>
        </p:nvSpPr>
        <p:spPr>
          <a:xfrm>
            <a:off x="205966" y="2215299"/>
            <a:ext cx="3838134" cy="2274486"/>
          </a:xfrm>
          <a:solidFill>
            <a:schemeClr val="bg1">
              <a:lumMod val="95000"/>
            </a:schemeClr>
          </a:solidFill>
          <a:effectLst/>
        </p:spPr>
        <p:txBody>
          <a:bodyPr>
            <a:normAutofit/>
          </a:bodyPr>
          <a:lstStyle>
            <a:lvl1pPr marL="0" indent="0">
              <a:buNone/>
              <a:defRPr sz="1000">
                <a:ln>
                  <a:noFill/>
                </a:ln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r>
              <a:rPr lang="en-US"/>
              <a:t>Drag picture to placeholder or click icon to add</a:t>
            </a:r>
          </a:p>
        </p:txBody>
      </p:sp>
      <p:sp>
        <p:nvSpPr>
          <p:cNvPr id="6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57163"/>
            <a:ext cx="12191999" cy="528637"/>
          </a:xfrm>
        </p:spPr>
        <p:txBody>
          <a:bodyPr>
            <a:noAutofit/>
          </a:bodyPr>
          <a:lstStyle>
            <a:lvl1pPr marL="0" indent="0" algn="ctr">
              <a:buNone/>
              <a:defRPr sz="3600" b="1">
                <a:solidFill>
                  <a:srgbClr val="023F88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1pPr>
            <a:lvl2pPr>
              <a:defRPr sz="4000" b="1">
                <a:solidFill>
                  <a:srgbClr val="023F88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2pPr>
            <a:lvl3pPr>
              <a:defRPr sz="4000" b="1">
                <a:solidFill>
                  <a:srgbClr val="023F88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3pPr>
            <a:lvl4pPr>
              <a:defRPr sz="4000" b="1">
                <a:solidFill>
                  <a:srgbClr val="023F88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4pPr>
            <a:lvl5pPr>
              <a:defRPr sz="4000" b="1">
                <a:solidFill>
                  <a:srgbClr val="023F88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5pPr>
          </a:lstStyle>
          <a:p>
            <a:pPr lvl="0"/>
            <a:r>
              <a:rPr lang="en-US"/>
              <a:t>TITLE</a:t>
            </a:r>
            <a:endParaRPr lang="en-SG"/>
          </a:p>
        </p:txBody>
      </p:sp>
      <p:sp>
        <p:nvSpPr>
          <p:cNvPr id="7" name="Rectangle 6"/>
          <p:cNvSpPr/>
          <p:nvPr userDrawn="1"/>
        </p:nvSpPr>
        <p:spPr>
          <a:xfrm>
            <a:off x="5487836" y="775119"/>
            <a:ext cx="1216325" cy="6901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32" hasCustomPrompt="1"/>
          </p:nvPr>
        </p:nvSpPr>
        <p:spPr>
          <a:xfrm>
            <a:off x="205966" y="4489785"/>
            <a:ext cx="3838134" cy="337188"/>
          </a:xfrm>
          <a:solidFill>
            <a:schemeClr val="accent1"/>
          </a:solidFill>
        </p:spPr>
        <p:txBody>
          <a:bodyPr>
            <a:normAutofit/>
          </a:bodyPr>
          <a:lstStyle>
            <a:lvl1pPr marL="0" indent="0" algn="ctr">
              <a:buNone/>
              <a:defRPr sz="1800" b="1">
                <a:solidFill>
                  <a:schemeClr val="bg1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1pPr>
          </a:lstStyle>
          <a:p>
            <a:pPr lvl="0"/>
            <a:r>
              <a:rPr lang="en-US"/>
              <a:t>PROJECT NAME</a:t>
            </a:r>
            <a:endParaRPr lang="en-SG"/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33" hasCustomPrompt="1"/>
          </p:nvPr>
        </p:nvSpPr>
        <p:spPr>
          <a:xfrm>
            <a:off x="205966" y="4826973"/>
            <a:ext cx="3838134" cy="337188"/>
          </a:xfrm>
          <a:noFill/>
        </p:spPr>
        <p:txBody>
          <a:bodyPr>
            <a:normAutofit/>
          </a:bodyPr>
          <a:lstStyle>
            <a:lvl1pPr marL="0" indent="0" algn="l">
              <a:buNone/>
              <a:defRPr sz="1200" b="0">
                <a:solidFill>
                  <a:schemeClr val="tx1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1pPr>
          </a:lstStyle>
          <a:p>
            <a:pPr lvl="0"/>
            <a:r>
              <a:rPr lang="en-US"/>
              <a:t>Project brief</a:t>
            </a:r>
            <a:endParaRPr lang="en-SG"/>
          </a:p>
        </p:txBody>
      </p:sp>
      <p:sp>
        <p:nvSpPr>
          <p:cNvPr id="11" name="Picture Placeholder 13"/>
          <p:cNvSpPr>
            <a:spLocks noGrp="1"/>
          </p:cNvSpPr>
          <p:nvPr>
            <p:ph type="pic" sz="quarter" idx="34"/>
          </p:nvPr>
        </p:nvSpPr>
        <p:spPr>
          <a:xfrm>
            <a:off x="4155297" y="2215299"/>
            <a:ext cx="3838134" cy="2274486"/>
          </a:xfrm>
          <a:solidFill>
            <a:schemeClr val="bg1">
              <a:lumMod val="95000"/>
            </a:schemeClr>
          </a:solidFill>
          <a:effectLst/>
        </p:spPr>
        <p:txBody>
          <a:bodyPr>
            <a:normAutofit/>
          </a:bodyPr>
          <a:lstStyle>
            <a:lvl1pPr marL="0" indent="0">
              <a:buNone/>
              <a:defRPr sz="1000">
                <a:ln>
                  <a:noFill/>
                </a:ln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r>
              <a:rPr lang="en-US"/>
              <a:t>Drag picture to placeholder or click icon to add</a:t>
            </a:r>
          </a:p>
        </p:txBody>
      </p:sp>
      <p:sp>
        <p:nvSpPr>
          <p:cNvPr id="12" name="Picture Placeholder 13"/>
          <p:cNvSpPr>
            <a:spLocks noGrp="1"/>
          </p:cNvSpPr>
          <p:nvPr>
            <p:ph type="pic" sz="quarter" idx="35"/>
          </p:nvPr>
        </p:nvSpPr>
        <p:spPr>
          <a:xfrm>
            <a:off x="8104629" y="2205872"/>
            <a:ext cx="3838134" cy="2274486"/>
          </a:xfrm>
          <a:solidFill>
            <a:schemeClr val="bg1">
              <a:lumMod val="95000"/>
            </a:schemeClr>
          </a:solidFill>
          <a:effectLst/>
        </p:spPr>
        <p:txBody>
          <a:bodyPr>
            <a:normAutofit/>
          </a:bodyPr>
          <a:lstStyle>
            <a:lvl1pPr marL="0" indent="0">
              <a:buNone/>
              <a:defRPr sz="1000">
                <a:ln>
                  <a:noFill/>
                </a:ln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r>
              <a:rPr lang="en-US"/>
              <a:t>Drag picture to placeholder or click icon to add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sz="quarter" idx="36" hasCustomPrompt="1"/>
          </p:nvPr>
        </p:nvSpPr>
        <p:spPr>
          <a:xfrm>
            <a:off x="4155297" y="4489785"/>
            <a:ext cx="3838134" cy="337188"/>
          </a:xfrm>
          <a:solidFill>
            <a:schemeClr val="accent4"/>
          </a:solidFill>
        </p:spPr>
        <p:txBody>
          <a:bodyPr>
            <a:normAutofit/>
          </a:bodyPr>
          <a:lstStyle>
            <a:lvl1pPr marL="0" indent="0" algn="ctr">
              <a:buNone/>
              <a:defRPr sz="1800" b="1">
                <a:solidFill>
                  <a:schemeClr val="bg1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1pPr>
          </a:lstStyle>
          <a:p>
            <a:pPr lvl="0"/>
            <a:r>
              <a:rPr lang="en-US"/>
              <a:t>PROJECT NAME</a:t>
            </a:r>
            <a:endParaRPr lang="en-SG"/>
          </a:p>
        </p:txBody>
      </p:sp>
      <p:sp>
        <p:nvSpPr>
          <p:cNvPr id="14" name="Text Placeholder 2"/>
          <p:cNvSpPr>
            <a:spLocks noGrp="1"/>
          </p:cNvSpPr>
          <p:nvPr>
            <p:ph type="body" sz="quarter" idx="37" hasCustomPrompt="1"/>
          </p:nvPr>
        </p:nvSpPr>
        <p:spPr>
          <a:xfrm>
            <a:off x="4155297" y="4826973"/>
            <a:ext cx="3838134" cy="337188"/>
          </a:xfrm>
          <a:noFill/>
        </p:spPr>
        <p:txBody>
          <a:bodyPr>
            <a:normAutofit/>
          </a:bodyPr>
          <a:lstStyle>
            <a:lvl1pPr marL="0" indent="0" algn="l">
              <a:buNone/>
              <a:defRPr sz="1200" b="0">
                <a:solidFill>
                  <a:schemeClr val="tx1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1pPr>
          </a:lstStyle>
          <a:p>
            <a:pPr lvl="0"/>
            <a:r>
              <a:rPr lang="en-US"/>
              <a:t>Project brief</a:t>
            </a:r>
            <a:endParaRPr lang="en-SG"/>
          </a:p>
        </p:txBody>
      </p:sp>
      <p:sp>
        <p:nvSpPr>
          <p:cNvPr id="15" name="Text Placeholder 2"/>
          <p:cNvSpPr>
            <a:spLocks noGrp="1"/>
          </p:cNvSpPr>
          <p:nvPr>
            <p:ph type="body" sz="quarter" idx="38" hasCustomPrompt="1"/>
          </p:nvPr>
        </p:nvSpPr>
        <p:spPr>
          <a:xfrm>
            <a:off x="8104629" y="4489785"/>
            <a:ext cx="3838134" cy="337188"/>
          </a:xfrm>
          <a:solidFill>
            <a:schemeClr val="accent5"/>
          </a:solidFill>
        </p:spPr>
        <p:txBody>
          <a:bodyPr>
            <a:normAutofit/>
          </a:bodyPr>
          <a:lstStyle>
            <a:lvl1pPr marL="0" indent="0" algn="ctr">
              <a:buNone/>
              <a:defRPr sz="1800" b="1">
                <a:solidFill>
                  <a:schemeClr val="bg1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1pPr>
          </a:lstStyle>
          <a:p>
            <a:pPr lvl="0"/>
            <a:r>
              <a:rPr lang="en-US"/>
              <a:t>PROJECT NAME</a:t>
            </a:r>
            <a:endParaRPr lang="en-SG"/>
          </a:p>
        </p:txBody>
      </p:sp>
      <p:sp>
        <p:nvSpPr>
          <p:cNvPr id="16" name="Text Placeholder 2"/>
          <p:cNvSpPr>
            <a:spLocks noGrp="1"/>
          </p:cNvSpPr>
          <p:nvPr>
            <p:ph type="body" sz="quarter" idx="39" hasCustomPrompt="1"/>
          </p:nvPr>
        </p:nvSpPr>
        <p:spPr>
          <a:xfrm>
            <a:off x="8104629" y="4826973"/>
            <a:ext cx="3838134" cy="337188"/>
          </a:xfrm>
          <a:noFill/>
        </p:spPr>
        <p:txBody>
          <a:bodyPr>
            <a:normAutofit/>
          </a:bodyPr>
          <a:lstStyle>
            <a:lvl1pPr marL="0" indent="0" algn="l">
              <a:buNone/>
              <a:defRPr sz="1200" b="0">
                <a:solidFill>
                  <a:schemeClr val="tx1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1pPr>
          </a:lstStyle>
          <a:p>
            <a:pPr lvl="0"/>
            <a:r>
              <a:rPr lang="en-US"/>
              <a:t>Project brief</a:t>
            </a:r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984746373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Master-Placeho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4"/>
          <p:cNvSpPr>
            <a:spLocks noGrp="1"/>
          </p:cNvSpPr>
          <p:nvPr>
            <p:ph type="pic" sz="quarter" idx="14"/>
          </p:nvPr>
        </p:nvSpPr>
        <p:spPr>
          <a:xfrm>
            <a:off x="6820588" y="0"/>
            <a:ext cx="5371412" cy="6858000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200"/>
            </a:lvl1pPr>
          </a:lstStyle>
          <a:p>
            <a:pPr lvl="0"/>
            <a:endParaRPr lang="en-US" noProof="0"/>
          </a:p>
        </p:txBody>
      </p:sp>
      <p:sp>
        <p:nvSpPr>
          <p:cNvPr id="3" name="Rectangle 2"/>
          <p:cNvSpPr/>
          <p:nvPr userDrawn="1"/>
        </p:nvSpPr>
        <p:spPr>
          <a:xfrm>
            <a:off x="674688" y="1086709"/>
            <a:ext cx="1216325" cy="6901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674687" y="1306900"/>
            <a:ext cx="6028943" cy="528637"/>
          </a:xfrm>
        </p:spPr>
        <p:txBody>
          <a:bodyPr>
            <a:noAutofit/>
          </a:bodyPr>
          <a:lstStyle>
            <a:lvl1pPr marL="0" indent="0" algn="l">
              <a:buNone/>
              <a:defRPr sz="3600" b="1">
                <a:solidFill>
                  <a:srgbClr val="023F88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1pPr>
            <a:lvl2pPr>
              <a:defRPr sz="4000" b="1">
                <a:solidFill>
                  <a:srgbClr val="023F88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2pPr>
            <a:lvl3pPr>
              <a:defRPr sz="4000" b="1">
                <a:solidFill>
                  <a:srgbClr val="023F88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3pPr>
            <a:lvl4pPr>
              <a:defRPr sz="4000" b="1">
                <a:solidFill>
                  <a:srgbClr val="023F88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4pPr>
            <a:lvl5pPr>
              <a:defRPr sz="4000" b="1">
                <a:solidFill>
                  <a:srgbClr val="023F88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5pPr>
          </a:lstStyle>
          <a:p>
            <a:pPr lvl="0"/>
            <a:r>
              <a:rPr lang="en-US"/>
              <a:t>TITLE</a:t>
            </a:r>
            <a:endParaRPr lang="en-SG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674686" y="1839079"/>
            <a:ext cx="6028944" cy="295275"/>
          </a:xfrm>
        </p:spPr>
        <p:txBody>
          <a:bodyPr>
            <a:noAutofit/>
          </a:bodyPr>
          <a:lstStyle>
            <a:lvl1pPr marL="0" indent="0" algn="l">
              <a:buNone/>
              <a:defRPr sz="1400" b="1" spc="300">
                <a:solidFill>
                  <a:schemeClr val="tx1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1pPr>
            <a:lvl2pPr>
              <a:defRPr sz="1200">
                <a:latin typeface="Gisha" panose="020B0502040204020203" pitchFamily="34" charset="-79"/>
                <a:cs typeface="Gisha" panose="020B0502040204020203" pitchFamily="34" charset="-79"/>
              </a:defRPr>
            </a:lvl2pPr>
            <a:lvl3pPr>
              <a:defRPr sz="1200">
                <a:latin typeface="Gisha" panose="020B0502040204020203" pitchFamily="34" charset="-79"/>
                <a:cs typeface="Gisha" panose="020B0502040204020203" pitchFamily="34" charset="-79"/>
              </a:defRPr>
            </a:lvl3pPr>
            <a:lvl4pPr>
              <a:defRPr sz="1200">
                <a:latin typeface="Gisha" panose="020B0502040204020203" pitchFamily="34" charset="-79"/>
                <a:cs typeface="Gisha" panose="020B0502040204020203" pitchFamily="34" charset="-79"/>
              </a:defRPr>
            </a:lvl4pPr>
            <a:lvl5pPr>
              <a:defRPr sz="1200">
                <a:latin typeface="Gisha" panose="020B0502040204020203" pitchFamily="34" charset="-79"/>
                <a:cs typeface="Gisha" panose="020B0502040204020203" pitchFamily="34" charset="-79"/>
              </a:defRPr>
            </a:lvl5pPr>
          </a:lstStyle>
          <a:p>
            <a:pPr lvl="0"/>
            <a:r>
              <a:rPr lang="en-US"/>
              <a:t>PROJECT NAME</a:t>
            </a:r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106478688"/>
      </p:ext>
    </p:extLst>
  </p:cSld>
  <p:clrMapOvr>
    <a:masterClrMapping/>
  </p:clrMapOvr>
  <p:transition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actDetai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1" descr="Meinhardt  Logo Blue_No White Background.wmf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668000" y="276225"/>
            <a:ext cx="1274763" cy="201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2" descr="https://static.pexels.com/photos/26689/pexels-photo-26689.jpg"/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21486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 userDrawn="1"/>
        </p:nvSpPr>
        <p:spPr>
          <a:xfrm>
            <a:off x="3021" y="0"/>
            <a:ext cx="12211844" cy="6858000"/>
          </a:xfrm>
          <a:prstGeom prst="rect">
            <a:avLst/>
          </a:prstGeom>
          <a:solidFill>
            <a:srgbClr val="242C35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13" tIns="22856" rIns="45713" bIns="22856" anchor="ctr"/>
          <a:lstStyle>
            <a:lvl1pPr>
              <a:defRPr sz="3600">
                <a:solidFill>
                  <a:schemeClr val="tx1"/>
                </a:solidFill>
                <a:latin typeface="Calibri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alibri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alibri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alibri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alibri" charset="0"/>
              </a:defRPr>
            </a:lvl5pPr>
            <a:lvl6pPr marL="25146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" charset="0"/>
              </a:defRPr>
            </a:lvl6pPr>
            <a:lvl7pPr marL="29718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" charset="0"/>
              </a:defRPr>
            </a:lvl7pPr>
            <a:lvl8pPr marL="34290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" charset="0"/>
              </a:defRPr>
            </a:lvl8pPr>
            <a:lvl9pPr marL="38862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" charset="0"/>
              </a:defRPr>
            </a:lvl9pPr>
          </a:lstStyle>
          <a:p>
            <a:pPr algn="ctr" eaLnBrk="1" hangingPunct="1">
              <a:defRPr/>
            </a:pPr>
            <a:endParaRPr lang="en-US" altLang="en-US" sz="1800">
              <a:solidFill>
                <a:srgbClr val="FFFFFF"/>
              </a:solidFill>
              <a:latin typeface="Sinkin Sans 300 Light" charset="0"/>
              <a:ea typeface="Sinkin Sans 300 Light" charset="0"/>
              <a:cs typeface="Sinkin Sans 300 Light" charset="0"/>
            </a:endParaRPr>
          </a:p>
        </p:txBody>
      </p:sp>
      <p:sp>
        <p:nvSpPr>
          <p:cNvPr id="5" name="Freeform 185"/>
          <p:cNvSpPr>
            <a:spLocks noChangeArrowheads="1"/>
          </p:cNvSpPr>
          <p:nvPr userDrawn="1"/>
        </p:nvSpPr>
        <p:spPr bwMode="auto">
          <a:xfrm>
            <a:off x="5638007" y="2155825"/>
            <a:ext cx="915988" cy="700088"/>
          </a:xfrm>
          <a:custGeom>
            <a:avLst/>
            <a:gdLst>
              <a:gd name="T0" fmla="*/ 545 w 619"/>
              <a:gd name="T1" fmla="*/ 0 h 472"/>
              <a:gd name="T2" fmla="*/ 545 w 619"/>
              <a:gd name="T3" fmla="*/ 0 h 472"/>
              <a:gd name="T4" fmla="*/ 73 w 619"/>
              <a:gd name="T5" fmla="*/ 0 h 472"/>
              <a:gd name="T6" fmla="*/ 0 w 619"/>
              <a:gd name="T7" fmla="*/ 73 h 472"/>
              <a:gd name="T8" fmla="*/ 0 w 619"/>
              <a:gd name="T9" fmla="*/ 397 h 472"/>
              <a:gd name="T10" fmla="*/ 73 w 619"/>
              <a:gd name="T11" fmla="*/ 471 h 472"/>
              <a:gd name="T12" fmla="*/ 545 w 619"/>
              <a:gd name="T13" fmla="*/ 471 h 472"/>
              <a:gd name="T14" fmla="*/ 618 w 619"/>
              <a:gd name="T15" fmla="*/ 397 h 472"/>
              <a:gd name="T16" fmla="*/ 618 w 619"/>
              <a:gd name="T17" fmla="*/ 73 h 472"/>
              <a:gd name="T18" fmla="*/ 545 w 619"/>
              <a:gd name="T19" fmla="*/ 0 h 472"/>
              <a:gd name="T20" fmla="*/ 559 w 619"/>
              <a:gd name="T21" fmla="*/ 44 h 472"/>
              <a:gd name="T22" fmla="*/ 559 w 619"/>
              <a:gd name="T23" fmla="*/ 44 h 472"/>
              <a:gd name="T24" fmla="*/ 309 w 619"/>
              <a:gd name="T25" fmla="*/ 235 h 472"/>
              <a:gd name="T26" fmla="*/ 59 w 619"/>
              <a:gd name="T27" fmla="*/ 44 h 472"/>
              <a:gd name="T28" fmla="*/ 559 w 619"/>
              <a:gd name="T29" fmla="*/ 44 h 472"/>
              <a:gd name="T30" fmla="*/ 29 w 619"/>
              <a:gd name="T31" fmla="*/ 397 h 472"/>
              <a:gd name="T32" fmla="*/ 29 w 619"/>
              <a:gd name="T33" fmla="*/ 397 h 472"/>
              <a:gd name="T34" fmla="*/ 29 w 619"/>
              <a:gd name="T35" fmla="*/ 73 h 472"/>
              <a:gd name="T36" fmla="*/ 206 w 619"/>
              <a:gd name="T37" fmla="*/ 221 h 472"/>
              <a:gd name="T38" fmla="*/ 29 w 619"/>
              <a:gd name="T39" fmla="*/ 397 h 472"/>
              <a:gd name="T40" fmla="*/ 59 w 619"/>
              <a:gd name="T41" fmla="*/ 427 h 472"/>
              <a:gd name="T42" fmla="*/ 59 w 619"/>
              <a:gd name="T43" fmla="*/ 427 h 472"/>
              <a:gd name="T44" fmla="*/ 236 w 619"/>
              <a:gd name="T45" fmla="*/ 235 h 472"/>
              <a:gd name="T46" fmla="*/ 309 w 619"/>
              <a:gd name="T47" fmla="*/ 294 h 472"/>
              <a:gd name="T48" fmla="*/ 368 w 619"/>
              <a:gd name="T49" fmla="*/ 235 h 472"/>
              <a:gd name="T50" fmla="*/ 559 w 619"/>
              <a:gd name="T51" fmla="*/ 427 h 472"/>
              <a:gd name="T52" fmla="*/ 59 w 619"/>
              <a:gd name="T53" fmla="*/ 427 h 472"/>
              <a:gd name="T54" fmla="*/ 589 w 619"/>
              <a:gd name="T55" fmla="*/ 397 h 472"/>
              <a:gd name="T56" fmla="*/ 589 w 619"/>
              <a:gd name="T57" fmla="*/ 397 h 472"/>
              <a:gd name="T58" fmla="*/ 589 w 619"/>
              <a:gd name="T59" fmla="*/ 397 h 472"/>
              <a:gd name="T60" fmla="*/ 412 w 619"/>
              <a:gd name="T61" fmla="*/ 221 h 472"/>
              <a:gd name="T62" fmla="*/ 589 w 619"/>
              <a:gd name="T63" fmla="*/ 73 h 472"/>
              <a:gd name="T64" fmla="*/ 589 w 619"/>
              <a:gd name="T65" fmla="*/ 397 h 4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619" h="472">
                <a:moveTo>
                  <a:pt x="545" y="0"/>
                </a:moveTo>
                <a:lnTo>
                  <a:pt x="545" y="0"/>
                </a:lnTo>
                <a:cubicBezTo>
                  <a:pt x="73" y="0"/>
                  <a:pt x="73" y="0"/>
                  <a:pt x="73" y="0"/>
                </a:cubicBezTo>
                <a:cubicBezTo>
                  <a:pt x="29" y="0"/>
                  <a:pt x="0" y="30"/>
                  <a:pt x="0" y="73"/>
                </a:cubicBezTo>
                <a:cubicBezTo>
                  <a:pt x="0" y="397"/>
                  <a:pt x="0" y="397"/>
                  <a:pt x="0" y="397"/>
                </a:cubicBezTo>
                <a:cubicBezTo>
                  <a:pt x="0" y="442"/>
                  <a:pt x="29" y="471"/>
                  <a:pt x="73" y="471"/>
                </a:cubicBezTo>
                <a:cubicBezTo>
                  <a:pt x="545" y="471"/>
                  <a:pt x="545" y="471"/>
                  <a:pt x="545" y="471"/>
                </a:cubicBezTo>
                <a:cubicBezTo>
                  <a:pt x="589" y="471"/>
                  <a:pt x="618" y="442"/>
                  <a:pt x="618" y="397"/>
                </a:cubicBezTo>
                <a:cubicBezTo>
                  <a:pt x="618" y="73"/>
                  <a:pt x="618" y="73"/>
                  <a:pt x="618" y="73"/>
                </a:cubicBezTo>
                <a:cubicBezTo>
                  <a:pt x="618" y="30"/>
                  <a:pt x="589" y="0"/>
                  <a:pt x="545" y="0"/>
                </a:cubicBezTo>
                <a:close/>
                <a:moveTo>
                  <a:pt x="559" y="44"/>
                </a:moveTo>
                <a:lnTo>
                  <a:pt x="559" y="44"/>
                </a:lnTo>
                <a:cubicBezTo>
                  <a:pt x="309" y="235"/>
                  <a:pt x="309" y="235"/>
                  <a:pt x="309" y="235"/>
                </a:cubicBezTo>
                <a:cubicBezTo>
                  <a:pt x="59" y="44"/>
                  <a:pt x="59" y="44"/>
                  <a:pt x="59" y="44"/>
                </a:cubicBezTo>
                <a:lnTo>
                  <a:pt x="559" y="44"/>
                </a:lnTo>
                <a:close/>
                <a:moveTo>
                  <a:pt x="29" y="397"/>
                </a:moveTo>
                <a:lnTo>
                  <a:pt x="29" y="397"/>
                </a:lnTo>
                <a:cubicBezTo>
                  <a:pt x="29" y="73"/>
                  <a:pt x="29" y="73"/>
                  <a:pt x="29" y="73"/>
                </a:cubicBezTo>
                <a:cubicBezTo>
                  <a:pt x="206" y="221"/>
                  <a:pt x="206" y="221"/>
                  <a:pt x="206" y="221"/>
                </a:cubicBezTo>
                <a:cubicBezTo>
                  <a:pt x="29" y="397"/>
                  <a:pt x="29" y="397"/>
                  <a:pt x="29" y="397"/>
                </a:cubicBezTo>
                <a:close/>
                <a:moveTo>
                  <a:pt x="59" y="427"/>
                </a:moveTo>
                <a:lnTo>
                  <a:pt x="59" y="427"/>
                </a:lnTo>
                <a:cubicBezTo>
                  <a:pt x="236" y="235"/>
                  <a:pt x="236" y="235"/>
                  <a:pt x="236" y="235"/>
                </a:cubicBezTo>
                <a:cubicBezTo>
                  <a:pt x="309" y="294"/>
                  <a:pt x="309" y="294"/>
                  <a:pt x="309" y="294"/>
                </a:cubicBezTo>
                <a:cubicBezTo>
                  <a:pt x="368" y="235"/>
                  <a:pt x="368" y="235"/>
                  <a:pt x="368" y="235"/>
                </a:cubicBezTo>
                <a:cubicBezTo>
                  <a:pt x="559" y="427"/>
                  <a:pt x="559" y="427"/>
                  <a:pt x="559" y="427"/>
                </a:cubicBezTo>
                <a:cubicBezTo>
                  <a:pt x="545" y="427"/>
                  <a:pt x="73" y="427"/>
                  <a:pt x="59" y="427"/>
                </a:cubicBezTo>
                <a:close/>
                <a:moveTo>
                  <a:pt x="589" y="397"/>
                </a:moveTo>
                <a:lnTo>
                  <a:pt x="589" y="397"/>
                </a:lnTo>
                <a:lnTo>
                  <a:pt x="589" y="397"/>
                </a:lnTo>
                <a:cubicBezTo>
                  <a:pt x="412" y="221"/>
                  <a:pt x="412" y="221"/>
                  <a:pt x="412" y="221"/>
                </a:cubicBezTo>
                <a:cubicBezTo>
                  <a:pt x="589" y="73"/>
                  <a:pt x="589" y="73"/>
                  <a:pt x="589" y="73"/>
                </a:cubicBezTo>
                <a:lnTo>
                  <a:pt x="589" y="39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  <a:extLst>
            <a:ext uri="{91240B29-F687-4f45-9708-019B960494DF}"/>
            <a:ext uri="{AF507438-7753-43e0-B8FC-AC1667EBCBE1}"/>
          </a:extLst>
        </p:spPr>
        <p:txBody>
          <a:bodyPr wrap="none" lIns="121877" tIns="60939" rIns="121877" bIns="60939" anchor="ctr"/>
          <a:lstStyle/>
          <a:p>
            <a:pPr defTabSz="914217">
              <a:defRPr/>
            </a:pPr>
            <a:endParaRPr lang="en-US" sz="4799">
              <a:latin typeface="Sinkin Sans 300 Light" charset="0"/>
            </a:endParaRPr>
          </a:p>
        </p:txBody>
      </p:sp>
      <p:sp>
        <p:nvSpPr>
          <p:cNvPr id="6" name="TextBox 17"/>
          <p:cNvSpPr txBox="1">
            <a:spLocks noChangeArrowheads="1"/>
          </p:cNvSpPr>
          <p:nvPr userDrawn="1"/>
        </p:nvSpPr>
        <p:spPr bwMode="auto">
          <a:xfrm>
            <a:off x="4977703" y="3133725"/>
            <a:ext cx="231755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1827213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1827213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1827213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1827213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2400" b="1">
                <a:solidFill>
                  <a:schemeClr val="bg2"/>
                </a:solidFill>
                <a:latin typeface="Gisha" panose="020B0502040204020203" pitchFamily="34" charset="-79"/>
                <a:ea typeface="Sinkin Sans 600 SemiBold"/>
                <a:cs typeface="Gisha" panose="020B0502040204020203" pitchFamily="34" charset="-79"/>
              </a:rPr>
              <a:t>GET IN TOUCH</a:t>
            </a:r>
          </a:p>
        </p:txBody>
      </p:sp>
      <p:sp>
        <p:nvSpPr>
          <p:cNvPr id="7" name="TextBox 18"/>
          <p:cNvSpPr txBox="1">
            <a:spLocks noChangeArrowheads="1"/>
          </p:cNvSpPr>
          <p:nvPr userDrawn="1"/>
        </p:nvSpPr>
        <p:spPr bwMode="auto">
          <a:xfrm>
            <a:off x="4685213" y="3479800"/>
            <a:ext cx="28184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1827213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1827213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1827213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1827213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600">
                <a:solidFill>
                  <a:schemeClr val="bg1"/>
                </a:solidFill>
                <a:latin typeface="Gisha" panose="020B0502040204020203" pitchFamily="34" charset="-79"/>
                <a:ea typeface="Sinkin Sans 300 Light"/>
                <a:cs typeface="Gisha" panose="020B0502040204020203" pitchFamily="34" charset="-79"/>
              </a:rPr>
              <a:t>Send us a message or visit us</a:t>
            </a:r>
          </a:p>
          <a:p>
            <a:pPr algn="ctr" eaLnBrk="1" hangingPunct="1"/>
            <a:r>
              <a:rPr lang="en-US" altLang="en-US" sz="1600">
                <a:solidFill>
                  <a:schemeClr val="bg1"/>
                </a:solidFill>
                <a:latin typeface="Gisha" panose="020B0502040204020203" pitchFamily="34" charset="-79"/>
                <a:ea typeface="Sinkin Sans 300 Light"/>
                <a:cs typeface="Gisha" panose="020B0502040204020203" pitchFamily="34" charset="-79"/>
              </a:rPr>
              <a:t>Whenever you like</a:t>
            </a:r>
          </a:p>
        </p:txBody>
      </p:sp>
      <p:sp>
        <p:nvSpPr>
          <p:cNvPr id="8" name="Shape 1646"/>
          <p:cNvSpPr/>
          <p:nvPr userDrawn="1"/>
        </p:nvSpPr>
        <p:spPr>
          <a:xfrm>
            <a:off x="6148996" y="5545673"/>
            <a:ext cx="211931" cy="21272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73" y="21600"/>
                </a:moveTo>
                <a:lnTo>
                  <a:pt x="4902" y="21600"/>
                </a:lnTo>
                <a:lnTo>
                  <a:pt x="4902" y="7024"/>
                </a:lnTo>
                <a:lnTo>
                  <a:pt x="273" y="7024"/>
                </a:lnTo>
                <a:lnTo>
                  <a:pt x="273" y="21600"/>
                </a:lnTo>
                <a:cubicBezTo>
                  <a:pt x="273" y="21600"/>
                  <a:pt x="273" y="21600"/>
                  <a:pt x="273" y="21600"/>
                </a:cubicBezTo>
                <a:close/>
                <a:moveTo>
                  <a:pt x="2621" y="0"/>
                </a:moveTo>
                <a:cubicBezTo>
                  <a:pt x="1033" y="0"/>
                  <a:pt x="0" y="1086"/>
                  <a:pt x="0" y="2518"/>
                </a:cubicBezTo>
                <a:cubicBezTo>
                  <a:pt x="0" y="3917"/>
                  <a:pt x="1004" y="5039"/>
                  <a:pt x="2558" y="5039"/>
                </a:cubicBezTo>
                <a:lnTo>
                  <a:pt x="2589" y="5039"/>
                </a:lnTo>
                <a:cubicBezTo>
                  <a:pt x="4203" y="5039"/>
                  <a:pt x="5207" y="3917"/>
                  <a:pt x="5207" y="2518"/>
                </a:cubicBezTo>
                <a:cubicBezTo>
                  <a:pt x="5178" y="1086"/>
                  <a:pt x="4203" y="0"/>
                  <a:pt x="2621" y="0"/>
                </a:cubicBezTo>
                <a:cubicBezTo>
                  <a:pt x="2621" y="0"/>
                  <a:pt x="2621" y="0"/>
                  <a:pt x="2621" y="0"/>
                </a:cubicBezTo>
                <a:close/>
                <a:moveTo>
                  <a:pt x="21600" y="13242"/>
                </a:moveTo>
                <a:lnTo>
                  <a:pt x="21600" y="21600"/>
                </a:lnTo>
                <a:lnTo>
                  <a:pt x="16970" y="21600"/>
                </a:lnTo>
                <a:lnTo>
                  <a:pt x="16970" y="13803"/>
                </a:lnTo>
                <a:cubicBezTo>
                  <a:pt x="16970" y="11844"/>
                  <a:pt x="16299" y="10507"/>
                  <a:pt x="14623" y="10507"/>
                </a:cubicBezTo>
                <a:cubicBezTo>
                  <a:pt x="13345" y="10507"/>
                  <a:pt x="12582" y="11408"/>
                  <a:pt x="12250" y="12280"/>
                </a:cubicBezTo>
                <a:cubicBezTo>
                  <a:pt x="12127" y="12592"/>
                  <a:pt x="12094" y="13025"/>
                  <a:pt x="12094" y="13462"/>
                </a:cubicBezTo>
                <a:lnTo>
                  <a:pt x="12094" y="21600"/>
                </a:lnTo>
                <a:lnTo>
                  <a:pt x="7463" y="21600"/>
                </a:lnTo>
                <a:cubicBezTo>
                  <a:pt x="7463" y="21600"/>
                  <a:pt x="7525" y="8394"/>
                  <a:pt x="7463" y="7024"/>
                </a:cubicBezTo>
                <a:lnTo>
                  <a:pt x="12094" y="7024"/>
                </a:lnTo>
                <a:lnTo>
                  <a:pt x="12094" y="9093"/>
                </a:lnTo>
                <a:cubicBezTo>
                  <a:pt x="12087" y="9106"/>
                  <a:pt x="12074" y="9123"/>
                  <a:pt x="12066" y="9139"/>
                </a:cubicBezTo>
                <a:lnTo>
                  <a:pt x="12094" y="9139"/>
                </a:lnTo>
                <a:lnTo>
                  <a:pt x="12094" y="9093"/>
                </a:lnTo>
                <a:cubicBezTo>
                  <a:pt x="12710" y="8101"/>
                  <a:pt x="13808" y="6683"/>
                  <a:pt x="16269" y="6683"/>
                </a:cubicBezTo>
                <a:cubicBezTo>
                  <a:pt x="19315" y="6683"/>
                  <a:pt x="21600" y="8767"/>
                  <a:pt x="21600" y="13242"/>
                </a:cubicBezTo>
                <a:cubicBezTo>
                  <a:pt x="21600" y="13242"/>
                  <a:pt x="21600" y="13242"/>
                  <a:pt x="21600" y="13242"/>
                </a:cubicBez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lIns="0" tIns="0" rIns="0" bIns="0" anchor="ctr"/>
          <a:lstStyle/>
          <a:p>
            <a:pPr defTabSz="914217"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9" name="Shape 1649"/>
          <p:cNvSpPr/>
          <p:nvPr userDrawn="1"/>
        </p:nvSpPr>
        <p:spPr>
          <a:xfrm>
            <a:off x="5708464" y="5561548"/>
            <a:ext cx="242094" cy="1968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2559"/>
                </a:moveTo>
                <a:cubicBezTo>
                  <a:pt x="20805" y="2994"/>
                  <a:pt x="19949" y="3285"/>
                  <a:pt x="19055" y="3417"/>
                </a:cubicBezTo>
                <a:cubicBezTo>
                  <a:pt x="19968" y="2742"/>
                  <a:pt x="20672" y="1676"/>
                  <a:pt x="21003" y="401"/>
                </a:cubicBezTo>
                <a:cubicBezTo>
                  <a:pt x="20147" y="1026"/>
                  <a:pt x="19198" y="1478"/>
                  <a:pt x="18187" y="1722"/>
                </a:cubicBezTo>
                <a:cubicBezTo>
                  <a:pt x="17379" y="665"/>
                  <a:pt x="16228" y="0"/>
                  <a:pt x="14953" y="0"/>
                </a:cubicBezTo>
                <a:cubicBezTo>
                  <a:pt x="12506" y="0"/>
                  <a:pt x="10524" y="2441"/>
                  <a:pt x="10524" y="5454"/>
                </a:cubicBezTo>
                <a:cubicBezTo>
                  <a:pt x="10524" y="5881"/>
                  <a:pt x="10561" y="6298"/>
                  <a:pt x="10637" y="6694"/>
                </a:cubicBezTo>
                <a:cubicBezTo>
                  <a:pt x="6954" y="6468"/>
                  <a:pt x="3689" y="4296"/>
                  <a:pt x="1504" y="998"/>
                </a:cubicBezTo>
                <a:cubicBezTo>
                  <a:pt x="1122" y="1806"/>
                  <a:pt x="903" y="2742"/>
                  <a:pt x="903" y="3739"/>
                </a:cubicBezTo>
                <a:cubicBezTo>
                  <a:pt x="903" y="5631"/>
                  <a:pt x="1686" y="7302"/>
                  <a:pt x="2875" y="8279"/>
                </a:cubicBezTo>
                <a:cubicBezTo>
                  <a:pt x="2149" y="8248"/>
                  <a:pt x="1466" y="8005"/>
                  <a:pt x="868" y="7599"/>
                </a:cubicBezTo>
                <a:cubicBezTo>
                  <a:pt x="868" y="7618"/>
                  <a:pt x="868" y="7641"/>
                  <a:pt x="868" y="7666"/>
                </a:cubicBezTo>
                <a:cubicBezTo>
                  <a:pt x="868" y="10307"/>
                  <a:pt x="2395" y="12512"/>
                  <a:pt x="4423" y="13011"/>
                </a:cubicBezTo>
                <a:cubicBezTo>
                  <a:pt x="4051" y="13134"/>
                  <a:pt x="3658" y="13201"/>
                  <a:pt x="3255" y="13201"/>
                </a:cubicBezTo>
                <a:cubicBezTo>
                  <a:pt x="2970" y="13201"/>
                  <a:pt x="2691" y="13168"/>
                  <a:pt x="2420" y="13106"/>
                </a:cubicBezTo>
                <a:cubicBezTo>
                  <a:pt x="2983" y="15270"/>
                  <a:pt x="4621" y="16846"/>
                  <a:pt x="6561" y="16890"/>
                </a:cubicBezTo>
                <a:cubicBezTo>
                  <a:pt x="5042" y="18353"/>
                  <a:pt x="3134" y="19225"/>
                  <a:pt x="1056" y="19225"/>
                </a:cubicBezTo>
                <a:cubicBezTo>
                  <a:pt x="700" y="19225"/>
                  <a:pt x="347" y="19197"/>
                  <a:pt x="0" y="19149"/>
                </a:cubicBezTo>
                <a:cubicBezTo>
                  <a:pt x="1963" y="20695"/>
                  <a:pt x="4290" y="21600"/>
                  <a:pt x="6791" y="21600"/>
                </a:cubicBezTo>
                <a:cubicBezTo>
                  <a:pt x="14943" y="21600"/>
                  <a:pt x="19401" y="13291"/>
                  <a:pt x="19401" y="6084"/>
                </a:cubicBezTo>
                <a:cubicBezTo>
                  <a:pt x="19401" y="5851"/>
                  <a:pt x="19396" y="5613"/>
                  <a:pt x="19388" y="5380"/>
                </a:cubicBezTo>
                <a:cubicBezTo>
                  <a:pt x="20253" y="4614"/>
                  <a:pt x="21005" y="3652"/>
                  <a:pt x="21600" y="2559"/>
                </a:cubicBezTo>
                <a:cubicBezTo>
                  <a:pt x="21600" y="2559"/>
                  <a:pt x="21600" y="2559"/>
                  <a:pt x="21600" y="2559"/>
                </a:cubicBez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lIns="0" tIns="0" rIns="0" bIns="0" anchor="ctr"/>
          <a:lstStyle/>
          <a:p>
            <a:pPr defTabSz="914217"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" name="Shape 1652"/>
          <p:cNvSpPr/>
          <p:nvPr userDrawn="1"/>
        </p:nvSpPr>
        <p:spPr>
          <a:xfrm>
            <a:off x="6559365" y="5596472"/>
            <a:ext cx="231775" cy="17383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8640" y="16021"/>
                </a:moveTo>
                <a:lnTo>
                  <a:pt x="8640" y="4401"/>
                </a:lnTo>
                <a:lnTo>
                  <a:pt x="14811" y="10212"/>
                </a:lnTo>
                <a:lnTo>
                  <a:pt x="8640" y="16021"/>
                </a:lnTo>
                <a:cubicBezTo>
                  <a:pt x="8640" y="16021"/>
                  <a:pt x="8640" y="16021"/>
                  <a:pt x="8640" y="16021"/>
                </a:cubicBezTo>
                <a:close/>
                <a:moveTo>
                  <a:pt x="21600" y="4613"/>
                </a:moveTo>
                <a:cubicBezTo>
                  <a:pt x="21600" y="2066"/>
                  <a:pt x="20156" y="0"/>
                  <a:pt x="18372" y="0"/>
                </a:cubicBezTo>
                <a:lnTo>
                  <a:pt x="3228" y="0"/>
                </a:lnTo>
                <a:cubicBezTo>
                  <a:pt x="1444" y="0"/>
                  <a:pt x="0" y="2066"/>
                  <a:pt x="0" y="4613"/>
                </a:cubicBezTo>
                <a:lnTo>
                  <a:pt x="0" y="16986"/>
                </a:lnTo>
                <a:cubicBezTo>
                  <a:pt x="0" y="19533"/>
                  <a:pt x="1444" y="21600"/>
                  <a:pt x="3228" y="21600"/>
                </a:cubicBezTo>
                <a:lnTo>
                  <a:pt x="18372" y="21600"/>
                </a:lnTo>
                <a:cubicBezTo>
                  <a:pt x="20156" y="21600"/>
                  <a:pt x="21600" y="19533"/>
                  <a:pt x="21600" y="16986"/>
                </a:cubicBezTo>
                <a:lnTo>
                  <a:pt x="21600" y="4613"/>
                </a:lnTo>
                <a:cubicBezTo>
                  <a:pt x="21600" y="4613"/>
                  <a:pt x="21600" y="4613"/>
                  <a:pt x="21600" y="4613"/>
                </a:cubicBez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lIns="0" tIns="0" rIns="0" bIns="0" anchor="ctr"/>
          <a:lstStyle/>
          <a:p>
            <a:pPr defTabSz="914217"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1" name="Freeform 34"/>
          <p:cNvSpPr>
            <a:spLocks noChangeArrowheads="1"/>
          </p:cNvSpPr>
          <p:nvPr userDrawn="1"/>
        </p:nvSpPr>
        <p:spPr bwMode="auto">
          <a:xfrm>
            <a:off x="5372847" y="5545673"/>
            <a:ext cx="126207" cy="235744"/>
          </a:xfrm>
          <a:custGeom>
            <a:avLst/>
            <a:gdLst>
              <a:gd name="T0" fmla="*/ 2147483646 w 249"/>
              <a:gd name="T1" fmla="*/ 2147483646 h 453"/>
              <a:gd name="T2" fmla="*/ 2147483646 w 249"/>
              <a:gd name="T3" fmla="*/ 2147483646 h 453"/>
              <a:gd name="T4" fmla="*/ 2147483646 w 249"/>
              <a:gd name="T5" fmla="*/ 2147483646 h 453"/>
              <a:gd name="T6" fmla="*/ 2147483646 w 249"/>
              <a:gd name="T7" fmla="*/ 2147483646 h 453"/>
              <a:gd name="T8" fmla="*/ 2147483646 w 249"/>
              <a:gd name="T9" fmla="*/ 2147483646 h 453"/>
              <a:gd name="T10" fmla="*/ 2147483646 w 249"/>
              <a:gd name="T11" fmla="*/ 2147483646 h 453"/>
              <a:gd name="T12" fmla="*/ 2147483646 w 249"/>
              <a:gd name="T13" fmla="*/ 2147483646 h 453"/>
              <a:gd name="T14" fmla="*/ 2147483646 w 249"/>
              <a:gd name="T15" fmla="*/ 2147483646 h 453"/>
              <a:gd name="T16" fmla="*/ 2147483646 w 249"/>
              <a:gd name="T17" fmla="*/ 2147483646 h 453"/>
              <a:gd name="T18" fmla="*/ 2147483646 w 249"/>
              <a:gd name="T19" fmla="*/ 2147483646 h 453"/>
              <a:gd name="T20" fmla="*/ 2147483646 w 249"/>
              <a:gd name="T21" fmla="*/ 2147483646 h 453"/>
              <a:gd name="T22" fmla="*/ 0 w 249"/>
              <a:gd name="T23" fmla="*/ 2147483646 h 453"/>
              <a:gd name="T24" fmla="*/ 0 w 249"/>
              <a:gd name="T25" fmla="*/ 2147483646 h 453"/>
              <a:gd name="T26" fmla="*/ 2147483646 w 249"/>
              <a:gd name="T27" fmla="*/ 2147483646 h 453"/>
              <a:gd name="T28" fmla="*/ 2147483646 w 249"/>
              <a:gd name="T29" fmla="*/ 2147483646 h 453"/>
              <a:gd name="T30" fmla="*/ 2147483646 w 249"/>
              <a:gd name="T31" fmla="*/ 0 h 453"/>
              <a:gd name="T32" fmla="*/ 2147483646 w 249"/>
              <a:gd name="T33" fmla="*/ 0 h 453"/>
              <a:gd name="T34" fmla="*/ 2147483646 w 249"/>
              <a:gd name="T35" fmla="*/ 2147483646 h 453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</a:gdLst>
            <a:ahLst/>
            <a:cxnLst>
              <a:cxn ang="T36">
                <a:pos x="T0" y="T1"/>
              </a:cxn>
              <a:cxn ang="T37">
                <a:pos x="T2" y="T3"/>
              </a:cxn>
              <a:cxn ang="T38">
                <a:pos x="T4" y="T5"/>
              </a:cxn>
              <a:cxn ang="T39">
                <a:pos x="T6" y="T7"/>
              </a:cxn>
              <a:cxn ang="T40">
                <a:pos x="T8" y="T9"/>
              </a:cxn>
              <a:cxn ang="T41">
                <a:pos x="T10" y="T11"/>
              </a:cxn>
              <a:cxn ang="T42">
                <a:pos x="T12" y="T13"/>
              </a:cxn>
              <a:cxn ang="T43">
                <a:pos x="T14" y="T15"/>
              </a:cxn>
              <a:cxn ang="T44">
                <a:pos x="T16" y="T17"/>
              </a:cxn>
              <a:cxn ang="T45">
                <a:pos x="T18" y="T19"/>
              </a:cxn>
              <a:cxn ang="T46">
                <a:pos x="T20" y="T21"/>
              </a:cxn>
              <a:cxn ang="T47">
                <a:pos x="T22" y="T23"/>
              </a:cxn>
              <a:cxn ang="T48">
                <a:pos x="T24" y="T25"/>
              </a:cxn>
              <a:cxn ang="T49">
                <a:pos x="T26" y="T27"/>
              </a:cxn>
              <a:cxn ang="T50">
                <a:pos x="T28" y="T29"/>
              </a:cxn>
              <a:cxn ang="T51">
                <a:pos x="T30" y="T31"/>
              </a:cxn>
              <a:cxn ang="T52">
                <a:pos x="T32" y="T33"/>
              </a:cxn>
              <a:cxn ang="T53">
                <a:pos x="T34" y="T35"/>
              </a:cxn>
            </a:cxnLst>
            <a:rect l="0" t="0" r="r" b="b"/>
            <a:pathLst>
              <a:path w="249" h="453">
                <a:moveTo>
                  <a:pt x="248" y="80"/>
                </a:moveTo>
                <a:lnTo>
                  <a:pt x="248" y="80"/>
                </a:lnTo>
                <a:cubicBezTo>
                  <a:pt x="177" y="80"/>
                  <a:pt x="177" y="80"/>
                  <a:pt x="177" y="80"/>
                </a:cubicBezTo>
                <a:cubicBezTo>
                  <a:pt x="169" y="80"/>
                  <a:pt x="160" y="89"/>
                  <a:pt x="160" y="107"/>
                </a:cubicBezTo>
                <a:cubicBezTo>
                  <a:pt x="160" y="160"/>
                  <a:pt x="160" y="160"/>
                  <a:pt x="160" y="160"/>
                </a:cubicBezTo>
                <a:cubicBezTo>
                  <a:pt x="248" y="160"/>
                  <a:pt x="248" y="160"/>
                  <a:pt x="248" y="160"/>
                </a:cubicBezTo>
                <a:cubicBezTo>
                  <a:pt x="248" y="231"/>
                  <a:pt x="248" y="231"/>
                  <a:pt x="248" y="231"/>
                </a:cubicBezTo>
                <a:cubicBezTo>
                  <a:pt x="160" y="231"/>
                  <a:pt x="160" y="231"/>
                  <a:pt x="160" y="231"/>
                </a:cubicBezTo>
                <a:cubicBezTo>
                  <a:pt x="160" y="452"/>
                  <a:pt x="160" y="452"/>
                  <a:pt x="160" y="452"/>
                </a:cubicBezTo>
                <a:cubicBezTo>
                  <a:pt x="79" y="452"/>
                  <a:pt x="79" y="452"/>
                  <a:pt x="79" y="452"/>
                </a:cubicBezTo>
                <a:cubicBezTo>
                  <a:pt x="79" y="231"/>
                  <a:pt x="79" y="231"/>
                  <a:pt x="79" y="231"/>
                </a:cubicBezTo>
                <a:cubicBezTo>
                  <a:pt x="0" y="231"/>
                  <a:pt x="0" y="231"/>
                  <a:pt x="0" y="231"/>
                </a:cubicBezTo>
                <a:cubicBezTo>
                  <a:pt x="0" y="160"/>
                  <a:pt x="0" y="160"/>
                  <a:pt x="0" y="160"/>
                </a:cubicBezTo>
                <a:cubicBezTo>
                  <a:pt x="79" y="160"/>
                  <a:pt x="79" y="160"/>
                  <a:pt x="79" y="160"/>
                </a:cubicBezTo>
                <a:cubicBezTo>
                  <a:pt x="79" y="116"/>
                  <a:pt x="79" y="116"/>
                  <a:pt x="79" y="116"/>
                </a:cubicBezTo>
                <a:cubicBezTo>
                  <a:pt x="79" y="54"/>
                  <a:pt x="115" y="0"/>
                  <a:pt x="177" y="0"/>
                </a:cubicBezTo>
                <a:cubicBezTo>
                  <a:pt x="248" y="0"/>
                  <a:pt x="248" y="0"/>
                  <a:pt x="248" y="0"/>
                </a:cubicBezTo>
                <a:lnTo>
                  <a:pt x="248" y="80"/>
                </a:lnTo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17145" tIns="8573" rIns="17145" bIns="8573" anchor="ctr"/>
          <a:lstStyle/>
          <a:p>
            <a:endParaRPr lang="en-SG" sz="900"/>
          </a:p>
        </p:txBody>
      </p:sp>
      <p:sp>
        <p:nvSpPr>
          <p:cNvPr id="12" name="TextBox 20"/>
          <p:cNvSpPr txBox="1">
            <a:spLocks noChangeArrowheads="1"/>
          </p:cNvSpPr>
          <p:nvPr userDrawn="1"/>
        </p:nvSpPr>
        <p:spPr bwMode="auto">
          <a:xfrm>
            <a:off x="4953398" y="4711788"/>
            <a:ext cx="2308068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1827213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1827213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1827213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1827213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600">
                <a:solidFill>
                  <a:schemeClr val="bg1"/>
                </a:solidFill>
                <a:latin typeface="Sinkin Sans 300 Light"/>
                <a:ea typeface="Sinkin Sans 300 Light"/>
                <a:cs typeface="Sinkin Sans 300 Light"/>
              </a:rPr>
              <a:t>Connection One</a:t>
            </a:r>
          </a:p>
          <a:p>
            <a:pPr algn="ctr" eaLnBrk="1" hangingPunct="1"/>
            <a:r>
              <a:rPr lang="en-US" altLang="en-US" sz="1600">
                <a:solidFill>
                  <a:schemeClr val="bg1"/>
                </a:solidFill>
                <a:latin typeface="Sinkin Sans 300 Light"/>
                <a:ea typeface="Sinkin Sans 300 Light"/>
                <a:cs typeface="Sinkin Sans 300 Light"/>
              </a:rPr>
              <a:t>168 </a:t>
            </a:r>
            <a:r>
              <a:rPr lang="en-US" altLang="en-US" sz="1600" err="1">
                <a:solidFill>
                  <a:schemeClr val="bg1"/>
                </a:solidFill>
                <a:latin typeface="Sinkin Sans 300 Light"/>
                <a:ea typeface="Sinkin Sans 300 Light"/>
                <a:cs typeface="Sinkin Sans 300 Light"/>
              </a:rPr>
              <a:t>Jalan</a:t>
            </a:r>
            <a:r>
              <a:rPr lang="en-US" altLang="en-US" sz="1600">
                <a:solidFill>
                  <a:schemeClr val="bg1"/>
                </a:solidFill>
                <a:latin typeface="Sinkin Sans 300 Light"/>
                <a:ea typeface="Sinkin Sans 300 Light"/>
                <a:cs typeface="Sinkin Sans 300 Light"/>
              </a:rPr>
              <a:t> Bukit Merah</a:t>
            </a:r>
            <a:br>
              <a:rPr lang="en-US" altLang="en-US" sz="1600">
                <a:solidFill>
                  <a:schemeClr val="bg1"/>
                </a:solidFill>
                <a:latin typeface="Sinkin Sans 300 Light"/>
                <a:ea typeface="Sinkin Sans 300 Light"/>
                <a:cs typeface="Sinkin Sans 300 Light"/>
              </a:rPr>
            </a:br>
            <a:r>
              <a:rPr lang="en-US" altLang="en-US" sz="1600">
                <a:solidFill>
                  <a:schemeClr val="bg1"/>
                </a:solidFill>
                <a:latin typeface="Sinkin Sans 300 Light"/>
                <a:ea typeface="Sinkin Sans 300 Light"/>
                <a:cs typeface="Sinkin Sans 300 Light"/>
              </a:rPr>
              <a:t>Singapore 150168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0" hasCustomPrompt="1"/>
          </p:nvPr>
        </p:nvSpPr>
        <p:spPr>
          <a:xfrm>
            <a:off x="4933062" y="4012576"/>
            <a:ext cx="2362200" cy="1017461"/>
          </a:xfrm>
        </p:spPr>
        <p:txBody>
          <a:bodyPr>
            <a:normAutofit/>
          </a:bodyPr>
          <a:lstStyle>
            <a:lvl1pPr marL="0" indent="0" algn="ctr">
              <a:buNone/>
              <a:defRPr sz="1600" b="0">
                <a:solidFill>
                  <a:schemeClr val="bg1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1pPr>
          </a:lstStyle>
          <a:p>
            <a:pPr lvl="0"/>
            <a:r>
              <a:rPr lang="en-US"/>
              <a:t>&lt;Name&gt;</a:t>
            </a:r>
            <a:br>
              <a:rPr lang="en-US"/>
            </a:br>
            <a:r>
              <a:rPr lang="en-US"/>
              <a:t>(</a:t>
            </a:r>
            <a:r>
              <a:rPr lang="en-SG"/>
              <a:t>65) DID</a:t>
            </a:r>
            <a:br>
              <a:rPr lang="en-SG"/>
            </a:br>
            <a:r>
              <a:rPr lang="en-US"/>
              <a:t>(</a:t>
            </a:r>
            <a:r>
              <a:rPr lang="en-SG"/>
              <a:t>65) Mobile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4182696"/>
      </p:ext>
    </p:extLst>
  </p:cSld>
  <p:clrMapOvr>
    <a:masterClrMapping/>
  </p:clrMapOvr>
  <p:transition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General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47080782"/>
      </p:ext>
    </p:extLst>
  </p:cSld>
  <p:clrMapOvr>
    <a:masterClrMapping/>
  </p:clrMapOvr>
  <p:transition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esk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3"/>
          <p:cNvSpPr>
            <a:spLocks noGrp="1"/>
          </p:cNvSpPr>
          <p:nvPr>
            <p:ph type="pic" sz="quarter" idx="23"/>
          </p:nvPr>
        </p:nvSpPr>
        <p:spPr>
          <a:xfrm>
            <a:off x="1862617" y="2340243"/>
            <a:ext cx="3201355" cy="1919523"/>
          </a:xfrm>
          <a:effectLst/>
        </p:spPr>
        <p:txBody>
          <a:bodyPr>
            <a:normAutofit/>
          </a:bodyPr>
          <a:lstStyle>
            <a:lvl1pPr marL="0" indent="0">
              <a:buNone/>
              <a:defRPr sz="1400">
                <a:ln>
                  <a:noFill/>
                </a:ln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513455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aptop_Mock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/>
          <p:cNvSpPr>
            <a:spLocks noGrp="1"/>
          </p:cNvSpPr>
          <p:nvPr>
            <p:ph type="pic" sz="quarter" idx="26"/>
          </p:nvPr>
        </p:nvSpPr>
        <p:spPr>
          <a:xfrm>
            <a:off x="6686066" y="2362264"/>
            <a:ext cx="4184470" cy="2628900"/>
          </a:xfrm>
        </p:spPr>
        <p:txBody>
          <a:bodyPr anchor="t">
            <a:normAutofit/>
          </a:bodyPr>
          <a:lstStyle>
            <a:lvl1pPr marL="0" indent="0" algn="ctr">
              <a:buNone/>
              <a:defRPr sz="1100">
                <a:latin typeface="Lato" charset="0"/>
                <a:ea typeface="Lato" charset="0"/>
                <a:cs typeface="Lato" charset="0"/>
              </a:defRPr>
            </a:lvl1pPr>
          </a:lstStyle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5319807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icture Placeholder 2"/>
          <p:cNvSpPr>
            <a:spLocks noGrp="1" noChangeAspect="1"/>
          </p:cNvSpPr>
          <p:nvPr>
            <p:ph type="pic" sz="quarter" idx="25"/>
          </p:nvPr>
        </p:nvSpPr>
        <p:spPr>
          <a:xfrm>
            <a:off x="4518407" y="1704043"/>
            <a:ext cx="3067308" cy="1727542"/>
          </a:xfrm>
        </p:spPr>
        <p:txBody>
          <a:bodyPr anchor="t">
            <a:normAutofit/>
          </a:bodyPr>
          <a:lstStyle>
            <a:lvl1pPr marL="0" indent="0" algn="ctr">
              <a:buNone/>
              <a:defRPr sz="1100">
                <a:latin typeface="Lato" charset="0"/>
                <a:ea typeface="Lato" charset="0"/>
                <a:cs typeface="Lato" charset="0"/>
              </a:defRPr>
            </a:lvl1pPr>
          </a:lstStyle>
          <a:p>
            <a:endParaRPr lang="id-ID"/>
          </a:p>
        </p:txBody>
      </p:sp>
      <p:sp>
        <p:nvSpPr>
          <p:cNvPr id="70" name="Picture Placeholder 2"/>
          <p:cNvSpPr>
            <a:spLocks noGrp="1" noChangeAspect="1"/>
          </p:cNvSpPr>
          <p:nvPr>
            <p:ph type="pic" sz="quarter" idx="26"/>
          </p:nvPr>
        </p:nvSpPr>
        <p:spPr>
          <a:xfrm>
            <a:off x="6856922" y="3392463"/>
            <a:ext cx="428837" cy="735735"/>
          </a:xfrm>
        </p:spPr>
        <p:txBody>
          <a:bodyPr anchor="t">
            <a:normAutofit/>
          </a:bodyPr>
          <a:lstStyle>
            <a:lvl1pPr marL="0" indent="0" algn="ctr">
              <a:buNone/>
              <a:defRPr sz="500">
                <a:latin typeface="Lato" charset="0"/>
                <a:ea typeface="Lato" charset="0"/>
                <a:cs typeface="Lato" charset="0"/>
              </a:defRPr>
            </a:lvl1pPr>
          </a:lstStyle>
          <a:p>
            <a:endParaRPr lang="id-ID"/>
          </a:p>
        </p:txBody>
      </p:sp>
      <p:sp>
        <p:nvSpPr>
          <p:cNvPr id="71" name="Picture Placeholder 2"/>
          <p:cNvSpPr>
            <a:spLocks noGrp="1" noChangeAspect="1"/>
          </p:cNvSpPr>
          <p:nvPr>
            <p:ph type="pic" sz="quarter" idx="27"/>
          </p:nvPr>
        </p:nvSpPr>
        <p:spPr>
          <a:xfrm>
            <a:off x="3387951" y="2877988"/>
            <a:ext cx="1957356" cy="1233697"/>
          </a:xfrm>
        </p:spPr>
        <p:txBody>
          <a:bodyPr anchor="t">
            <a:normAutofit/>
          </a:bodyPr>
          <a:lstStyle>
            <a:lvl1pPr marL="0" indent="0" algn="ctr">
              <a:buNone/>
              <a:defRPr sz="1100">
                <a:latin typeface="Lato" charset="0"/>
                <a:ea typeface="Lato" charset="0"/>
                <a:cs typeface="Lato" charset="0"/>
              </a:defRPr>
            </a:lvl1pPr>
          </a:lstStyle>
          <a:p>
            <a:endParaRPr lang="id-ID"/>
          </a:p>
        </p:txBody>
      </p:sp>
      <p:sp>
        <p:nvSpPr>
          <p:cNvPr id="72" name="Picture Placeholder 2"/>
          <p:cNvSpPr>
            <a:spLocks noGrp="1" noChangeAspect="1"/>
          </p:cNvSpPr>
          <p:nvPr>
            <p:ph type="pic" sz="quarter" idx="28"/>
          </p:nvPr>
        </p:nvSpPr>
        <p:spPr>
          <a:xfrm>
            <a:off x="7448074" y="2822093"/>
            <a:ext cx="988040" cy="1300742"/>
          </a:xfrm>
        </p:spPr>
        <p:txBody>
          <a:bodyPr anchor="t">
            <a:normAutofit/>
          </a:bodyPr>
          <a:lstStyle>
            <a:lvl1pPr marL="0" indent="0" algn="ctr">
              <a:buNone/>
              <a:defRPr sz="1100">
                <a:latin typeface="Lato" charset="0"/>
                <a:ea typeface="Lato" charset="0"/>
                <a:cs typeface="Lato" charset="0"/>
              </a:defRPr>
            </a:lvl1pPr>
          </a:lstStyle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5334552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obile_devi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2"/>
          <p:cNvSpPr>
            <a:spLocks noGrp="1" noChangeAspect="1"/>
          </p:cNvSpPr>
          <p:nvPr>
            <p:ph type="pic" sz="quarter" idx="25"/>
          </p:nvPr>
        </p:nvSpPr>
        <p:spPr>
          <a:xfrm>
            <a:off x="5346666" y="1871231"/>
            <a:ext cx="1505647" cy="2667316"/>
          </a:xfrm>
        </p:spPr>
        <p:txBody>
          <a:bodyPr anchor="t">
            <a:normAutofit/>
          </a:bodyPr>
          <a:lstStyle>
            <a:lvl1pPr marL="0" indent="0" algn="ctr">
              <a:buNone/>
              <a:defRPr sz="1100">
                <a:latin typeface="Lato" charset="0"/>
                <a:ea typeface="Lato" charset="0"/>
                <a:cs typeface="Lato" charset="0"/>
              </a:defRPr>
            </a:lvl1pPr>
          </a:lstStyle>
          <a:p>
            <a:endParaRPr lang="id-ID"/>
          </a:p>
        </p:txBody>
      </p:sp>
      <p:sp>
        <p:nvSpPr>
          <p:cNvPr id="11" name="Picture Placeholder 2"/>
          <p:cNvSpPr>
            <a:spLocks noGrp="1" noChangeAspect="1"/>
          </p:cNvSpPr>
          <p:nvPr>
            <p:ph type="pic" sz="quarter" idx="26"/>
          </p:nvPr>
        </p:nvSpPr>
        <p:spPr>
          <a:xfrm>
            <a:off x="8526496" y="1871231"/>
            <a:ext cx="1505647" cy="2667316"/>
          </a:xfrm>
        </p:spPr>
        <p:txBody>
          <a:bodyPr anchor="t">
            <a:normAutofit/>
          </a:bodyPr>
          <a:lstStyle>
            <a:lvl1pPr marL="0" indent="0" algn="ctr">
              <a:buNone/>
              <a:defRPr sz="1100">
                <a:latin typeface="Lato" charset="0"/>
                <a:ea typeface="Lato" charset="0"/>
                <a:cs typeface="Lato" charset="0"/>
              </a:defRPr>
            </a:lvl1pPr>
          </a:lstStyle>
          <a:p>
            <a:endParaRPr lang="id-ID"/>
          </a:p>
        </p:txBody>
      </p:sp>
      <p:sp>
        <p:nvSpPr>
          <p:cNvPr id="12" name="Picture Placeholder 2"/>
          <p:cNvSpPr>
            <a:spLocks noGrp="1" noChangeAspect="1"/>
          </p:cNvSpPr>
          <p:nvPr>
            <p:ph type="pic" sz="quarter" idx="27"/>
          </p:nvPr>
        </p:nvSpPr>
        <p:spPr>
          <a:xfrm>
            <a:off x="2152906" y="1871231"/>
            <a:ext cx="1505647" cy="2667316"/>
          </a:xfrm>
        </p:spPr>
        <p:txBody>
          <a:bodyPr anchor="t">
            <a:normAutofit/>
          </a:bodyPr>
          <a:lstStyle>
            <a:lvl1pPr marL="0" indent="0" algn="ctr">
              <a:buNone/>
              <a:defRPr sz="1100">
                <a:latin typeface="Lato" charset="0"/>
                <a:ea typeface="Lato" charset="0"/>
                <a:cs typeface="Lato" charset="0"/>
              </a:defRPr>
            </a:lvl1pPr>
          </a:lstStyle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529307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Mobile_devi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/>
          <p:cNvSpPr>
            <a:spLocks noGrp="1" noChangeAspect="1"/>
          </p:cNvSpPr>
          <p:nvPr>
            <p:ph type="pic" sz="quarter" idx="26"/>
          </p:nvPr>
        </p:nvSpPr>
        <p:spPr>
          <a:xfrm>
            <a:off x="6296915" y="2027348"/>
            <a:ext cx="1712989" cy="3034632"/>
          </a:xfrm>
        </p:spPr>
        <p:txBody>
          <a:bodyPr anchor="t">
            <a:normAutofit/>
          </a:bodyPr>
          <a:lstStyle>
            <a:lvl1pPr marL="0" indent="0" algn="ctr">
              <a:buNone/>
              <a:defRPr sz="1100">
                <a:latin typeface="Lato" charset="0"/>
                <a:ea typeface="Lato" charset="0"/>
                <a:cs typeface="Lato" charset="0"/>
              </a:defRPr>
            </a:lvl1pPr>
          </a:lstStyle>
          <a:p>
            <a:endParaRPr lang="id-ID"/>
          </a:p>
        </p:txBody>
      </p:sp>
      <p:sp>
        <p:nvSpPr>
          <p:cNvPr id="8" name="Picture Placeholder 2"/>
          <p:cNvSpPr>
            <a:spLocks noGrp="1" noChangeAspect="1"/>
          </p:cNvSpPr>
          <p:nvPr>
            <p:ph type="pic" sz="quarter" idx="27"/>
          </p:nvPr>
        </p:nvSpPr>
        <p:spPr>
          <a:xfrm>
            <a:off x="4165234" y="2027348"/>
            <a:ext cx="1712989" cy="3034632"/>
          </a:xfrm>
        </p:spPr>
        <p:txBody>
          <a:bodyPr anchor="t">
            <a:normAutofit/>
          </a:bodyPr>
          <a:lstStyle>
            <a:lvl1pPr marL="0" indent="0" algn="ctr">
              <a:buNone/>
              <a:defRPr sz="1100">
                <a:latin typeface="Lato" charset="0"/>
                <a:ea typeface="Lato" charset="0"/>
                <a:cs typeface="Lato" charset="0"/>
              </a:defRPr>
            </a:lvl1pPr>
          </a:lstStyle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4807913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Pad_Mock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12"/>
          <p:cNvSpPr>
            <a:spLocks noGrp="1"/>
          </p:cNvSpPr>
          <p:nvPr>
            <p:ph type="pic" sz="quarter" idx="14"/>
          </p:nvPr>
        </p:nvSpPr>
        <p:spPr>
          <a:xfrm>
            <a:off x="1370242" y="1953776"/>
            <a:ext cx="2801401" cy="373334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1297106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Ma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13"/>
          <p:cNvSpPr>
            <a:spLocks noGrp="1"/>
          </p:cNvSpPr>
          <p:nvPr>
            <p:ph type="pic" sz="quarter" idx="14"/>
          </p:nvPr>
        </p:nvSpPr>
        <p:spPr>
          <a:xfrm>
            <a:off x="0" y="2203722"/>
            <a:ext cx="6585689" cy="3260912"/>
          </a:xfrm>
          <a:effectLst/>
        </p:spPr>
        <p:txBody>
          <a:bodyPr>
            <a:normAutofit/>
          </a:bodyPr>
          <a:lstStyle>
            <a:lvl1pPr marL="0" indent="0">
              <a:buNone/>
              <a:defRPr sz="1400">
                <a:ln>
                  <a:noFill/>
                </a:ln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r>
              <a:rPr lang="en-US"/>
              <a:t>Drag picture to placeholder or click icon to add</a:t>
            </a:r>
          </a:p>
        </p:txBody>
      </p:sp>
    </p:spTree>
    <p:extLst>
      <p:ext uri="{BB962C8B-B14F-4D97-AF65-F5344CB8AC3E}">
        <p14:creationId xmlns:p14="http://schemas.microsoft.com/office/powerpoint/2010/main" val="1521778897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Ma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13"/>
          <p:cNvSpPr>
            <a:spLocks noGrp="1"/>
          </p:cNvSpPr>
          <p:nvPr>
            <p:ph type="pic" sz="quarter" idx="14"/>
          </p:nvPr>
        </p:nvSpPr>
        <p:spPr>
          <a:xfrm>
            <a:off x="1" y="0"/>
            <a:ext cx="12191999" cy="3390900"/>
          </a:xfrm>
          <a:effectLst/>
        </p:spPr>
        <p:txBody>
          <a:bodyPr>
            <a:normAutofit/>
          </a:bodyPr>
          <a:lstStyle>
            <a:lvl1pPr marL="0" indent="0">
              <a:buNone/>
              <a:defRPr sz="1400">
                <a:ln>
                  <a:noFill/>
                </a:ln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r>
              <a:rPr lang="en-US"/>
              <a:t>Drag picture to placeholder or click icon to add</a:t>
            </a:r>
          </a:p>
        </p:txBody>
      </p:sp>
    </p:spTree>
    <p:extLst>
      <p:ext uri="{BB962C8B-B14F-4D97-AF65-F5344CB8AC3E}">
        <p14:creationId xmlns:p14="http://schemas.microsoft.com/office/powerpoint/2010/main" val="1715790512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Welcome Mess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6115841" y="3429000"/>
            <a:ext cx="6096000" cy="3429000"/>
          </a:xfrm>
        </p:spPr>
        <p:txBody>
          <a:bodyPr>
            <a:normAutofit/>
          </a:bodyPr>
          <a:lstStyle>
            <a:lvl1pPr marL="0" indent="0">
              <a:buNone/>
              <a:defRPr sz="1999"/>
            </a:lvl1pPr>
          </a:lstStyle>
          <a:p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3429000"/>
          </a:xfrm>
        </p:spPr>
        <p:txBody>
          <a:bodyPr>
            <a:normAutofit/>
          </a:bodyPr>
          <a:lstStyle>
            <a:lvl1pPr marL="0" indent="0">
              <a:buNone/>
              <a:defRPr sz="1999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02958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eatures Galle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/>
          <p:cNvSpPr>
            <a:spLocks noGrp="1"/>
          </p:cNvSpPr>
          <p:nvPr>
            <p:ph type="pic" sz="quarter" idx="24"/>
          </p:nvPr>
        </p:nvSpPr>
        <p:spPr>
          <a:xfrm>
            <a:off x="8770215" y="2306661"/>
            <a:ext cx="2475294" cy="2452347"/>
          </a:xfrm>
          <a:prstGeom prst="diamond">
            <a:avLst/>
          </a:prstGeom>
          <a:effectLst/>
        </p:spPr>
        <p:txBody>
          <a:bodyPr>
            <a:normAutofit/>
          </a:bodyPr>
          <a:lstStyle>
            <a:lvl1pPr marL="0" indent="0">
              <a:buNone/>
              <a:defRPr sz="1400">
                <a:ln>
                  <a:noFill/>
                </a:ln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5" name="Picture Placeholder 13"/>
          <p:cNvSpPr>
            <a:spLocks noGrp="1"/>
          </p:cNvSpPr>
          <p:nvPr>
            <p:ph type="pic" sz="quarter" idx="25"/>
          </p:nvPr>
        </p:nvSpPr>
        <p:spPr>
          <a:xfrm>
            <a:off x="6215457" y="2306661"/>
            <a:ext cx="2475294" cy="2452347"/>
          </a:xfrm>
          <a:prstGeom prst="diamond">
            <a:avLst/>
          </a:prstGeom>
          <a:effectLst/>
        </p:spPr>
        <p:txBody>
          <a:bodyPr>
            <a:normAutofit/>
          </a:bodyPr>
          <a:lstStyle>
            <a:lvl1pPr marL="0" indent="0">
              <a:buNone/>
              <a:defRPr sz="1400">
                <a:ln>
                  <a:noFill/>
                </a:ln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6" name="Picture Placeholder 13"/>
          <p:cNvSpPr>
            <a:spLocks noGrp="1"/>
          </p:cNvSpPr>
          <p:nvPr>
            <p:ph type="pic" sz="quarter" idx="26"/>
          </p:nvPr>
        </p:nvSpPr>
        <p:spPr>
          <a:xfrm>
            <a:off x="7492836" y="3729205"/>
            <a:ext cx="2475294" cy="2452347"/>
          </a:xfrm>
          <a:prstGeom prst="diamond">
            <a:avLst/>
          </a:prstGeom>
          <a:effectLst/>
        </p:spPr>
        <p:txBody>
          <a:bodyPr>
            <a:normAutofit/>
          </a:bodyPr>
          <a:lstStyle>
            <a:lvl1pPr marL="0" indent="0">
              <a:buNone/>
              <a:defRPr sz="1400">
                <a:ln>
                  <a:noFill/>
                </a:ln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1142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Slide">
    <p:bg>
      <p:bgPr>
        <a:gradFill flip="none" rotWithShape="1">
          <a:gsLst>
            <a:gs pos="0">
              <a:schemeClr val="accent5">
                <a:lumMod val="40000"/>
                <a:lumOff val="60000"/>
              </a:schemeClr>
            </a:gs>
            <a:gs pos="46000">
              <a:schemeClr val="accent5">
                <a:lumMod val="95000"/>
                <a:lumOff val="5000"/>
              </a:schemeClr>
            </a:gs>
            <a:gs pos="100000">
              <a:schemeClr val="accent5">
                <a:lumMod val="60000"/>
              </a:schemeClr>
            </a:gs>
          </a:gsLst>
          <a:path path="circle">
            <a:fillToRect l="50000" t="130000" r="50000" b="-3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53263019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112415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5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A048FB-3E55-4882-8DFF-412236E27EE3}" type="datetimeFigureOut">
              <a:rPr lang="en-SG" smtClean="0"/>
              <a:t>26/6/2026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E11722-9B82-4459-A19E-8C43A771A97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93017466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58" r:id="rId1"/>
    <p:sldLayoutId id="2147483759" r:id="rId2"/>
    <p:sldLayoutId id="2147483760" r:id="rId3"/>
    <p:sldLayoutId id="2147483761" r:id="rId4"/>
    <p:sldLayoutId id="2147483762" r:id="rId5"/>
    <p:sldLayoutId id="2147483763" r:id="rId6"/>
    <p:sldLayoutId id="2147483764" r:id="rId7"/>
    <p:sldLayoutId id="2147483765" r:id="rId8"/>
    <p:sldLayoutId id="2147483766" r:id="rId9"/>
    <p:sldLayoutId id="2147483767" r:id="rId10"/>
    <p:sldLayoutId id="2147483768" r:id="rId11"/>
    <p:sldLayoutId id="2147483769" r:id="rId12"/>
    <p:sldLayoutId id="2147483770" r:id="rId13"/>
    <p:sldLayoutId id="2147483771" r:id="rId14"/>
    <p:sldLayoutId id="2147483772" r:id="rId15"/>
    <p:sldLayoutId id="2147483773" r:id="rId16"/>
    <p:sldLayoutId id="2147483774" r:id="rId17"/>
    <p:sldLayoutId id="2147483775" r:id="rId18"/>
    <p:sldLayoutId id="2147483776" r:id="rId19"/>
    <p:sldLayoutId id="2147483777" r:id="rId20"/>
    <p:sldLayoutId id="2147483778" r:id="rId21"/>
    <p:sldLayoutId id="2147483779" r:id="rId22"/>
    <p:sldLayoutId id="2147483780" r:id="rId23"/>
    <p:sldLayoutId id="2147483781" r:id="rId24"/>
    <p:sldLayoutId id="2147483782" r:id="rId25"/>
    <p:sldLayoutId id="2147483783" r:id="rId26"/>
    <p:sldLayoutId id="2147483785" r:id="rId27"/>
    <p:sldLayoutId id="2147483786" r:id="rId28"/>
    <p:sldLayoutId id="2147483787" r:id="rId29"/>
    <p:sldLayoutId id="2147483788" r:id="rId30"/>
    <p:sldLayoutId id="2147483789" r:id="rId31"/>
    <p:sldLayoutId id="2147483790" r:id="rId32"/>
    <p:sldLayoutId id="2147483791" r:id="rId33"/>
    <p:sldLayoutId id="2147483792" r:id="rId34"/>
    <p:sldLayoutId id="2147483794" r:id="rId35"/>
    <p:sldLayoutId id="2147483795" r:id="rId36"/>
    <p:sldLayoutId id="2147483796" r:id="rId37"/>
    <p:sldLayoutId id="2147483797" r:id="rId38"/>
    <p:sldLayoutId id="2147483798" r:id="rId39"/>
    <p:sldLayoutId id="2147483799" r:id="rId40"/>
    <p:sldLayoutId id="2147483800" r:id="rId41"/>
    <p:sldLayoutId id="2147483801" r:id="rId42"/>
    <p:sldLayoutId id="2147483802" r:id="rId43"/>
    <p:sldLayoutId id="2147483803" r:id="rId44"/>
    <p:sldLayoutId id="2147483804" r:id="rId45"/>
    <p:sldLayoutId id="2147483805" r:id="rId46"/>
    <p:sldLayoutId id="2147483806" r:id="rId47"/>
    <p:sldLayoutId id="2147483807" r:id="rId48"/>
    <p:sldLayoutId id="2147483808" r:id="rId49"/>
    <p:sldLayoutId id="2147483809" r:id="rId50"/>
    <p:sldLayoutId id="2147483810" r:id="rId51"/>
    <p:sldLayoutId id="2147483811" r:id="rId52"/>
    <p:sldLayoutId id="2147483812" r:id="rId53"/>
    <p:sldLayoutId id="2147483815" r:id="rId5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648997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5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67000"/>
              </a:schemeClr>
            </a:gs>
            <a:gs pos="48000">
              <a:schemeClr val="accent1">
                <a:lumMod val="97000"/>
                <a:lumOff val="3000"/>
              </a:schemeClr>
            </a:gs>
            <a:gs pos="100000">
              <a:schemeClr val="accent1">
                <a:lumMod val="60000"/>
                <a:lumOff val="40000"/>
              </a:schemeClr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" y="0"/>
            <a:ext cx="12191998" cy="6857998"/>
          </a:xfrm>
          <a:prstGeom prst="rect">
            <a:avLst/>
          </a:prstGeom>
        </p:spPr>
      </p:pic>
      <p:sp>
        <p:nvSpPr>
          <p:cNvPr id="13" name="Title 2"/>
          <p:cNvSpPr txBox="1">
            <a:spLocks/>
          </p:cNvSpPr>
          <p:nvPr/>
        </p:nvSpPr>
        <p:spPr bwMode="auto">
          <a:xfrm>
            <a:off x="467361" y="1031530"/>
            <a:ext cx="11212651" cy="267419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marL="179388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eaLnBrk="0" hangingPunct="0">
              <a:lnSpc>
                <a:spcPts val="2000"/>
              </a:lnSpc>
              <a:defRPr/>
            </a:pPr>
            <a:endParaRPr lang="en-US" sz="2400" kern="0" spc="-150" dirty="0">
              <a:solidFill>
                <a:srgbClr val="C6E2FE"/>
              </a:solidFill>
              <a:latin typeface="Gisha" panose="020B0502040204020203" pitchFamily="34" charset="-79"/>
              <a:ea typeface="Segoe UI" panose="020B0502040204020203" pitchFamily="34" charset="0"/>
              <a:cs typeface="Gisha" panose="020B0502040204020203" pitchFamily="34" charset="-79"/>
            </a:endParaRPr>
          </a:p>
          <a:p>
            <a:pPr marL="0" eaLnBrk="0" hangingPunct="0">
              <a:lnSpc>
                <a:spcPts val="2000"/>
              </a:lnSpc>
              <a:defRPr/>
            </a:pPr>
            <a:endParaRPr lang="en-US" sz="2400" kern="0" spc="-150" dirty="0">
              <a:solidFill>
                <a:srgbClr val="C6E2FE"/>
              </a:solidFill>
              <a:latin typeface="Gisha" panose="020B0502040204020203" pitchFamily="34" charset="-79"/>
              <a:ea typeface="Segoe UI" panose="020B0502040204020203" pitchFamily="34" charset="0"/>
              <a:cs typeface="Gisha" panose="020B0502040204020203" pitchFamily="34" charset="-79"/>
            </a:endParaRPr>
          </a:p>
          <a:p>
            <a:pPr marL="0" eaLnBrk="0" hangingPunct="0">
              <a:lnSpc>
                <a:spcPts val="2000"/>
              </a:lnSpc>
              <a:defRPr/>
            </a:pPr>
            <a:r>
              <a:rPr lang="en-US" sz="4400" kern="0" spc="-150" dirty="0">
                <a:solidFill>
                  <a:srgbClr val="C6E2FE"/>
                </a:solidFill>
                <a:latin typeface="Gisha" panose="020B0502040204020203" pitchFamily="34" charset="-79"/>
                <a:ea typeface="Segoe UI" panose="020B0502040204020203" pitchFamily="34" charset="0"/>
                <a:cs typeface="Gisha" panose="020B0502040204020203" pitchFamily="34" charset="-79"/>
              </a:rPr>
              <a:t>   Meinhardt Innovation Proposal</a:t>
            </a:r>
          </a:p>
          <a:p>
            <a:pPr marL="0" eaLnBrk="0" hangingPunct="0">
              <a:lnSpc>
                <a:spcPts val="2000"/>
              </a:lnSpc>
              <a:defRPr/>
            </a:pPr>
            <a:r>
              <a:rPr lang="en-US" sz="4400" kern="0" spc="-150" dirty="0">
                <a:solidFill>
                  <a:srgbClr val="C6E2FE"/>
                </a:solidFill>
                <a:latin typeface="Gisha" panose="020B0502040204020203" pitchFamily="34" charset="-79"/>
                <a:ea typeface="Segoe UI" panose="020B0502040204020203" pitchFamily="34" charset="0"/>
                <a:cs typeface="Gisha" panose="020B0502040204020203" pitchFamily="34" charset="-79"/>
              </a:rPr>
              <a:t> </a:t>
            </a:r>
          </a:p>
          <a:p>
            <a:pPr marL="0" eaLnBrk="0" hangingPunct="0">
              <a:lnSpc>
                <a:spcPts val="2000"/>
              </a:lnSpc>
              <a:defRPr/>
            </a:pPr>
            <a:r>
              <a:rPr lang="en-US" sz="4400" kern="0" spc="-150" dirty="0">
                <a:solidFill>
                  <a:srgbClr val="C6E2FE"/>
                </a:solidFill>
                <a:latin typeface="Gisha" panose="020B0502040204020203" pitchFamily="34" charset="-79"/>
                <a:ea typeface="Segoe UI" panose="020B0502040204020203" pitchFamily="34" charset="0"/>
                <a:cs typeface="Gisha" panose="020B0502040204020203" pitchFamily="34" charset="-79"/>
              </a:rPr>
              <a:t>  </a:t>
            </a:r>
            <a:r>
              <a:rPr lang="en-US" sz="4400" kern="0" spc="-150" dirty="0">
                <a:solidFill>
                  <a:prstClr val="white"/>
                </a:solidFill>
                <a:latin typeface="Gisha" panose="020B0502040204020203" pitchFamily="34" charset="-79"/>
                <a:ea typeface="Times New Roman" panose="02020603050405020304" pitchFamily="18" charset="0"/>
                <a:cs typeface="Gisha" panose="020B0502040204020203" pitchFamily="34" charset="-79"/>
              </a:rPr>
              <a:t>  </a:t>
            </a:r>
          </a:p>
          <a:p>
            <a:pPr marL="0" eaLnBrk="0" hangingPunct="0">
              <a:lnSpc>
                <a:spcPts val="2000"/>
              </a:lnSpc>
              <a:defRPr/>
            </a:pPr>
            <a:endParaRPr lang="en-US" sz="4400" kern="0" spc="-150" dirty="0">
              <a:solidFill>
                <a:prstClr val="white"/>
              </a:solidFill>
              <a:latin typeface="Gisha" panose="020B0502040204020203" pitchFamily="34" charset="-79"/>
              <a:ea typeface="Times New Roman" panose="02020603050405020304" pitchFamily="18" charset="0"/>
              <a:cs typeface="Gisha" panose="020B0502040204020203" pitchFamily="34" charset="-79"/>
            </a:endParaRPr>
          </a:p>
          <a:p>
            <a:pPr marL="0" eaLnBrk="0" hangingPunct="0">
              <a:lnSpc>
                <a:spcPts val="2000"/>
              </a:lnSpc>
              <a:defRPr/>
            </a:pPr>
            <a:r>
              <a:rPr lang="en-US" sz="4400" kern="0" spc="-150" dirty="0">
                <a:solidFill>
                  <a:prstClr val="white"/>
                </a:solidFill>
                <a:latin typeface="Gisha" panose="020B0502040204020203" pitchFamily="34" charset="-79"/>
                <a:ea typeface="Times New Roman" panose="02020603050405020304" pitchFamily="18" charset="0"/>
                <a:cs typeface="Gisha" panose="020B0502040204020203" pitchFamily="34" charset="-79"/>
              </a:rPr>
              <a:t>   </a:t>
            </a:r>
            <a:r>
              <a:rPr lang="en-SG" sz="2400" kern="0" spc="-15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Gisha" panose="020B0502040204020203" pitchFamily="34" charset="-79"/>
              </a:rPr>
              <a:t>04 June</a:t>
            </a:r>
            <a:r>
              <a:rPr lang="en-SG" sz="240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2026</a:t>
            </a:r>
            <a:r>
              <a:rPr lang="en-US" altLang="en-US" sz="4400" kern="0" spc="-150" dirty="0">
                <a:solidFill>
                  <a:prstClr val="white"/>
                </a:solidFill>
                <a:latin typeface="Gisha" panose="020B0502040204020203" pitchFamily="34" charset="-79"/>
                <a:ea typeface="Segoe UI" panose="020B0502040204020203" pitchFamily="34" charset="0"/>
                <a:cs typeface="Gisha" panose="020B0502040204020203" pitchFamily="34" charset="-79"/>
              </a:rPr>
              <a:t> 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6E0D79A-672C-FB3A-378C-07AAF937D5DE}"/>
              </a:ext>
            </a:extLst>
          </p:cNvPr>
          <p:cNvSpPr txBox="1"/>
          <p:nvPr/>
        </p:nvSpPr>
        <p:spPr>
          <a:xfrm>
            <a:off x="7467601" y="4737256"/>
            <a:ext cx="332873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FF4F"/>
                </a:solidFill>
              </a:rPr>
              <a:t>Led by:</a:t>
            </a:r>
          </a:p>
          <a:p>
            <a:endParaRPr lang="en-US" dirty="0">
              <a:solidFill>
                <a:srgbClr val="FFFF4F"/>
              </a:solidFill>
            </a:endParaRPr>
          </a:p>
          <a:p>
            <a:r>
              <a:rPr lang="en-US" dirty="0">
                <a:solidFill>
                  <a:srgbClr val="FFFF4F"/>
                </a:solidFill>
              </a:rPr>
              <a:t>Contributed by:</a:t>
            </a:r>
          </a:p>
        </p:txBody>
      </p:sp>
    </p:spTree>
    <p:extLst>
      <p:ext uri="{BB962C8B-B14F-4D97-AF65-F5344CB8AC3E}">
        <p14:creationId xmlns:p14="http://schemas.microsoft.com/office/powerpoint/2010/main" val="3616511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02F615EF-B8F6-44EE-A7BD-05350CDBA3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17795" y="-161866"/>
            <a:ext cx="1902403" cy="135885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DA246E4-F430-4B65-81CC-D417D7068974}"/>
              </a:ext>
            </a:extLst>
          </p:cNvPr>
          <p:cNvSpPr/>
          <p:nvPr/>
        </p:nvSpPr>
        <p:spPr>
          <a:xfrm>
            <a:off x="669827" y="517563"/>
            <a:ext cx="8389841" cy="32881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en-US" sz="2000" b="1" dirty="0">
                <a:solidFill>
                  <a:schemeClr val="tx1">
                    <a:lumMod val="50000"/>
                  </a:schemeClr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CONTENTS:</a:t>
            </a:r>
            <a:endParaRPr lang="en-SG" sz="2000" b="1" dirty="0">
              <a:solidFill>
                <a:schemeClr val="tx1">
                  <a:lumMod val="50000"/>
                </a:schemeClr>
              </a:solidFill>
              <a:latin typeface="Gisha" panose="020B0502040204020203" pitchFamily="34" charset="-79"/>
              <a:cs typeface="Gisha" panose="020B0502040204020203" pitchFamily="34" charset="-79"/>
            </a:endParaRPr>
          </a:p>
          <a:p>
            <a:pPr lvl="0">
              <a:lnSpc>
                <a:spcPct val="150000"/>
              </a:lnSpc>
              <a:defRPr/>
            </a:pPr>
            <a:endParaRPr lang="en-SG" sz="2400" b="1" dirty="0">
              <a:solidFill>
                <a:schemeClr val="tx1">
                  <a:lumMod val="50000"/>
                </a:schemeClr>
              </a:solidFill>
              <a:latin typeface="Gisha" panose="020B0502040204020203" pitchFamily="34" charset="-79"/>
              <a:cs typeface="Gisha" panose="020B0502040204020203" pitchFamily="34" charset="-79"/>
            </a:endParaRPr>
          </a:p>
          <a:p>
            <a:pPr marL="342900" indent="-342900">
              <a:lnSpc>
                <a:spcPct val="150000"/>
              </a:lnSpc>
              <a:buAutoNum type="arabicPeriod"/>
              <a:defRPr/>
            </a:pPr>
            <a:r>
              <a:rPr lang="en-SG" b="1" dirty="0">
                <a:solidFill>
                  <a:schemeClr val="tx1">
                    <a:lumMod val="50000"/>
                  </a:schemeClr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Problem Statement, Available Tools and Gaps</a:t>
            </a:r>
          </a:p>
          <a:p>
            <a:pPr marL="342900" indent="-342900">
              <a:lnSpc>
                <a:spcPct val="150000"/>
              </a:lnSpc>
              <a:buAutoNum type="arabicPeriod"/>
              <a:defRPr/>
            </a:pPr>
            <a:r>
              <a:rPr lang="en-SG" b="1" dirty="0">
                <a:solidFill>
                  <a:schemeClr val="tx1">
                    <a:lumMod val="50000"/>
                  </a:schemeClr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Proposed Functionalities &amp; Target Users</a:t>
            </a:r>
          </a:p>
          <a:p>
            <a:pPr marL="342900" indent="-342900">
              <a:lnSpc>
                <a:spcPct val="150000"/>
              </a:lnSpc>
              <a:buAutoNum type="arabicPeriod"/>
              <a:defRPr/>
            </a:pPr>
            <a:r>
              <a:rPr lang="en-SG" b="1" dirty="0">
                <a:solidFill>
                  <a:schemeClr val="tx1">
                    <a:lumMod val="50000"/>
                  </a:schemeClr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Proposed Deliverables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SG" sz="1400" dirty="0">
              <a:solidFill>
                <a:schemeClr val="tx1">
                  <a:lumMod val="50000"/>
                </a:schemeClr>
              </a:solidFill>
              <a:latin typeface="Gisha" panose="020B0502040204020203" pitchFamily="34" charset="-79"/>
              <a:cs typeface="Gisha" panose="020B0502040204020203" pitchFamily="34" charset="-79"/>
            </a:endParaRPr>
          </a:p>
          <a:p>
            <a:pPr lvl="1">
              <a:lnSpc>
                <a:spcPct val="150000"/>
              </a:lnSpc>
              <a:defRPr/>
            </a:pPr>
            <a:endParaRPr lang="en-SG" sz="1400" dirty="0">
              <a:solidFill>
                <a:schemeClr val="tx1">
                  <a:lumMod val="50000"/>
                </a:schemeClr>
              </a:solidFill>
              <a:latin typeface="Gisha" panose="020B0502040204020203" pitchFamily="34" charset="-79"/>
              <a:cs typeface="Gisha" panose="020B0502040204020203" pitchFamily="34" charset="-79"/>
            </a:endParaRPr>
          </a:p>
          <a:p>
            <a:pPr marL="742950" lvl="1" indent="-285750">
              <a:lnSpc>
                <a:spcPct val="150000"/>
              </a:lnSpc>
              <a:buFontTx/>
              <a:buChar char="-"/>
              <a:defRPr/>
            </a:pPr>
            <a:endParaRPr lang="en-SG" sz="1400" dirty="0">
              <a:solidFill>
                <a:schemeClr val="tx1">
                  <a:lumMod val="50000"/>
                </a:schemeClr>
              </a:solidFill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9585951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A6166B-D107-5DB8-4178-780174E461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7CCB4BEB-F6B5-1588-F380-2E8366D038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17795" y="-161866"/>
            <a:ext cx="1902403" cy="135885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A4A4B70-CC30-6272-C1D5-8808731D5397}"/>
              </a:ext>
            </a:extLst>
          </p:cNvPr>
          <p:cNvSpPr txBox="1"/>
          <p:nvPr/>
        </p:nvSpPr>
        <p:spPr>
          <a:xfrm>
            <a:off x="331137" y="209786"/>
            <a:ext cx="10135354" cy="30777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sz="1400" b="1" dirty="0">
                <a:solidFill>
                  <a:schemeClr val="tx1">
                    <a:lumMod val="50000"/>
                  </a:schemeClr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Problem Statement, Available Tools and Gaps</a:t>
            </a:r>
            <a:endParaRPr lang="en-SG" sz="1400" b="1" dirty="0">
              <a:solidFill>
                <a:schemeClr val="tx1">
                  <a:lumMod val="50000"/>
                </a:schemeClr>
              </a:solidFill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6AFB5A3-DDB8-1708-8390-B8D4BCA7163B}"/>
              </a:ext>
            </a:extLst>
          </p:cNvPr>
          <p:cNvCxnSpPr>
            <a:cxnSpLocks/>
          </p:cNvCxnSpPr>
          <p:nvPr/>
        </p:nvCxnSpPr>
        <p:spPr>
          <a:xfrm>
            <a:off x="406400" y="517563"/>
            <a:ext cx="1006009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E0489B50-B84C-6216-B4C8-8B98D99027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1135" y="690028"/>
            <a:ext cx="11299389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600" b="1" dirty="0">
                <a:solidFill>
                  <a:srgbClr val="0000FF"/>
                </a:solidFill>
                <a:latin typeface="Arial" panose="020B0604020202020204" pitchFamily="34" charset="0"/>
              </a:rPr>
              <a:t>Example: Available Tools for Column Design:</a:t>
            </a:r>
            <a:r>
              <a:rPr lang="en-US" sz="1600" dirty="0">
                <a:solidFill>
                  <a:schemeClr val="tx1">
                    <a:lumMod val="50000"/>
                  </a:schemeClr>
                </a:solidFill>
              </a:rPr>
              <a:t>       </a:t>
            </a: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8CFE210-93BE-5483-72D9-9E9BCAAA2F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8930452"/>
              </p:ext>
            </p:extLst>
          </p:nvPr>
        </p:nvGraphicFramePr>
        <p:xfrm>
          <a:off x="1305891" y="1299926"/>
          <a:ext cx="9349875" cy="49450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11067">
                  <a:extLst>
                    <a:ext uri="{9D8B030D-6E8A-4147-A177-3AD203B41FA5}">
                      <a16:colId xmlns:a16="http://schemas.microsoft.com/office/drawing/2014/main" val="1529795465"/>
                    </a:ext>
                  </a:extLst>
                </a:gridCol>
                <a:gridCol w="3922183">
                  <a:extLst>
                    <a:ext uri="{9D8B030D-6E8A-4147-A177-3AD203B41FA5}">
                      <a16:colId xmlns:a16="http://schemas.microsoft.com/office/drawing/2014/main" val="1875657350"/>
                    </a:ext>
                  </a:extLst>
                </a:gridCol>
                <a:gridCol w="3116625">
                  <a:extLst>
                    <a:ext uri="{9D8B030D-6E8A-4147-A177-3AD203B41FA5}">
                      <a16:colId xmlns:a16="http://schemas.microsoft.com/office/drawing/2014/main" val="1257995185"/>
                    </a:ext>
                  </a:extLst>
                </a:gridCol>
              </a:tblGrid>
              <a:tr h="351022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FF4F"/>
                          </a:solidFill>
                        </a:rPr>
                        <a:t>Tools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FF4F"/>
                          </a:solidFill>
                        </a:rPr>
                        <a:t>Pros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FF4F"/>
                          </a:solidFill>
                        </a:rPr>
                        <a:t>Cons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6546883"/>
                  </a:ext>
                </a:extLst>
              </a:tr>
              <a:tr h="508811">
                <a:tc>
                  <a:txBody>
                    <a:bodyPr/>
                    <a:lstStyle/>
                    <a:p>
                      <a:r>
                        <a:rPr lang="en-US" dirty="0" err="1">
                          <a:solidFill>
                            <a:srgbClr val="0000FF"/>
                          </a:solidFill>
                        </a:rPr>
                        <a:t>Prokon</a:t>
                      </a:r>
                      <a:endParaRPr lang="en-US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9523273"/>
                  </a:ext>
                </a:extLst>
              </a:tr>
              <a:tr h="508811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00FF"/>
                          </a:solidFill>
                        </a:rPr>
                        <a:t>S-Concrete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705160"/>
                  </a:ext>
                </a:extLst>
              </a:tr>
              <a:tr h="508811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00FF"/>
                          </a:solidFill>
                        </a:rPr>
                        <a:t>RAPT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2527924"/>
                  </a:ext>
                </a:extLst>
              </a:tr>
              <a:tr h="508811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00FF"/>
                          </a:solidFill>
                        </a:rPr>
                        <a:t>ETABS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1743840"/>
                  </a:ext>
                </a:extLst>
              </a:tr>
              <a:tr h="508811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00FF"/>
                          </a:solidFill>
                        </a:rPr>
                        <a:t>Spreadsheet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4919002"/>
                  </a:ext>
                </a:extLst>
              </a:tr>
              <a:tr h="508811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00FF"/>
                          </a:solidFill>
                        </a:rPr>
                        <a:t>MAT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4147767"/>
                  </a:ext>
                </a:extLst>
              </a:tr>
              <a:tr h="508811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00FF"/>
                          </a:solidFill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0670099"/>
                  </a:ext>
                </a:extLst>
              </a:tr>
              <a:tr h="508811">
                <a:tc>
                  <a:txBody>
                    <a:bodyPr/>
                    <a:lstStyle/>
                    <a:p>
                      <a:endParaRPr lang="en-US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9487546"/>
                  </a:ext>
                </a:extLst>
              </a:tr>
              <a:tr h="508811">
                <a:tc>
                  <a:txBody>
                    <a:bodyPr/>
                    <a:lstStyle/>
                    <a:p>
                      <a:endParaRPr lang="en-US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34841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579559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BAD064-9687-7238-4038-0B1D33C8DD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9C35AE29-F9E4-DB60-CC7D-1FCC928BF2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17795" y="-161866"/>
            <a:ext cx="1902403" cy="135885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4C7E146-1035-9133-A8D8-B601445AC44D}"/>
              </a:ext>
            </a:extLst>
          </p:cNvPr>
          <p:cNvSpPr txBox="1"/>
          <p:nvPr/>
        </p:nvSpPr>
        <p:spPr>
          <a:xfrm>
            <a:off x="331137" y="209786"/>
            <a:ext cx="10135354" cy="30777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sz="1400" b="1" dirty="0">
                <a:solidFill>
                  <a:schemeClr val="tx1">
                    <a:lumMod val="50000"/>
                  </a:schemeClr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Proposed Functionalities &amp; Target Users</a:t>
            </a:r>
            <a:endParaRPr lang="en-SG" sz="1400" b="1" dirty="0">
              <a:solidFill>
                <a:schemeClr val="tx1">
                  <a:lumMod val="50000"/>
                </a:schemeClr>
              </a:solidFill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BAE2838-5EED-E40E-C0CC-23AD24AE4801}"/>
              </a:ext>
            </a:extLst>
          </p:cNvPr>
          <p:cNvCxnSpPr>
            <a:cxnSpLocks/>
          </p:cNvCxnSpPr>
          <p:nvPr/>
        </p:nvCxnSpPr>
        <p:spPr>
          <a:xfrm>
            <a:off x="406400" y="517563"/>
            <a:ext cx="1006009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3C037F2C-4E9A-0274-C962-35E280D7AD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1135" y="813138"/>
            <a:ext cx="11299389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600" b="1" dirty="0">
                <a:solidFill>
                  <a:srgbClr val="0000FF"/>
                </a:solidFill>
                <a:latin typeface="Arial" panose="020B0604020202020204" pitchFamily="34" charset="0"/>
              </a:rPr>
              <a:t>Screenshot the proposed software and explain the proposed functionalities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520AF63-F5FC-CE3A-6826-A1BC507835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400" y="4874123"/>
            <a:ext cx="11299389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600" b="1" dirty="0">
                <a:solidFill>
                  <a:srgbClr val="0000FF"/>
                </a:solidFill>
                <a:latin typeface="Arial" panose="020B0604020202020204" pitchFamily="34" charset="0"/>
              </a:rPr>
              <a:t>Target users: All C&amp;S Design Engineers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58652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E77FE7-437D-6C8A-20ED-D78282AAB2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56A328C3-6E20-7512-17AA-5B392CFA1C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17795" y="-161866"/>
            <a:ext cx="1902403" cy="135885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647C6C9-22F1-C072-2C6A-69F25828344F}"/>
              </a:ext>
            </a:extLst>
          </p:cNvPr>
          <p:cNvSpPr txBox="1"/>
          <p:nvPr/>
        </p:nvSpPr>
        <p:spPr>
          <a:xfrm>
            <a:off x="331137" y="209786"/>
            <a:ext cx="10135354" cy="30777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sz="1400" b="1" dirty="0">
                <a:solidFill>
                  <a:schemeClr val="tx1">
                    <a:lumMod val="50000"/>
                  </a:schemeClr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Proposed Deliverables</a:t>
            </a:r>
            <a:endParaRPr lang="en-SG" sz="1400" b="1" dirty="0">
              <a:solidFill>
                <a:schemeClr val="tx1">
                  <a:lumMod val="50000"/>
                </a:schemeClr>
              </a:solidFill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B28723A-2CFA-25C2-884B-F0E5D7DDD3B4}"/>
              </a:ext>
            </a:extLst>
          </p:cNvPr>
          <p:cNvCxnSpPr>
            <a:cxnSpLocks/>
          </p:cNvCxnSpPr>
          <p:nvPr/>
        </p:nvCxnSpPr>
        <p:spPr>
          <a:xfrm>
            <a:off x="406400" y="517563"/>
            <a:ext cx="1006009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22CB22D-4CFF-D511-7F34-843E9FFBA9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1031696"/>
              </p:ext>
            </p:extLst>
          </p:nvPr>
        </p:nvGraphicFramePr>
        <p:xfrm>
          <a:off x="1305891" y="1144306"/>
          <a:ext cx="9349875" cy="39274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11067">
                  <a:extLst>
                    <a:ext uri="{9D8B030D-6E8A-4147-A177-3AD203B41FA5}">
                      <a16:colId xmlns:a16="http://schemas.microsoft.com/office/drawing/2014/main" val="1529795465"/>
                    </a:ext>
                  </a:extLst>
                </a:gridCol>
                <a:gridCol w="3922183">
                  <a:extLst>
                    <a:ext uri="{9D8B030D-6E8A-4147-A177-3AD203B41FA5}">
                      <a16:colId xmlns:a16="http://schemas.microsoft.com/office/drawing/2014/main" val="1875657350"/>
                    </a:ext>
                  </a:extLst>
                </a:gridCol>
                <a:gridCol w="3116625">
                  <a:extLst>
                    <a:ext uri="{9D8B030D-6E8A-4147-A177-3AD203B41FA5}">
                      <a16:colId xmlns:a16="http://schemas.microsoft.com/office/drawing/2014/main" val="1257995185"/>
                    </a:ext>
                  </a:extLst>
                </a:gridCol>
              </a:tblGrid>
              <a:tr h="351022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FF4F"/>
                          </a:solidFill>
                        </a:rPr>
                        <a:t>Tools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FF4F"/>
                          </a:solidFill>
                        </a:rPr>
                        <a:t>Functionalities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FF4F"/>
                          </a:solidFill>
                        </a:rPr>
                        <a:t>Key </a:t>
                      </a:r>
                      <a:r>
                        <a:rPr lang="en-US" dirty="0" err="1">
                          <a:solidFill>
                            <a:srgbClr val="FFFF4F"/>
                          </a:solidFill>
                        </a:rPr>
                        <a:t>benifits</a:t>
                      </a:r>
                      <a:endParaRPr lang="en-US" dirty="0">
                        <a:solidFill>
                          <a:srgbClr val="FFFF4F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6546883"/>
                  </a:ext>
                </a:extLst>
              </a:tr>
              <a:tr h="508811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00FF"/>
                          </a:solidFill>
                        </a:rPr>
                        <a:t>July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9523273"/>
                  </a:ext>
                </a:extLst>
              </a:tr>
              <a:tr h="508811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00FF"/>
                          </a:solidFill>
                        </a:rPr>
                        <a:t>Aug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705160"/>
                  </a:ext>
                </a:extLst>
              </a:tr>
              <a:tr h="508811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00FF"/>
                          </a:solidFill>
                        </a:rPr>
                        <a:t>Sept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2527924"/>
                  </a:ext>
                </a:extLst>
              </a:tr>
              <a:tr h="508811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00FF"/>
                          </a:solidFill>
                        </a:rPr>
                        <a:t>Oct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1743840"/>
                  </a:ext>
                </a:extLst>
              </a:tr>
              <a:tr h="508811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00FF"/>
                          </a:solidFill>
                        </a:rPr>
                        <a:t>Nov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4919002"/>
                  </a:ext>
                </a:extLst>
              </a:tr>
              <a:tr h="508811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00FF"/>
                          </a:solidFill>
                        </a:rPr>
                        <a:t>Dec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4147767"/>
                  </a:ext>
                </a:extLst>
              </a:tr>
              <a:tr h="508811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00FF"/>
                          </a:solidFill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06700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848427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theme/theme1.xml><?xml version="1.0" encoding="utf-8"?>
<a:theme xmlns:a="http://schemas.openxmlformats.org/drawingml/2006/main" name="1_Office Theme">
  <a:themeElements>
    <a:clrScheme name="Meinhardt">
      <a:dk1>
        <a:srgbClr val="FFFFFF"/>
      </a:dk1>
      <a:lt1>
        <a:srgbClr val="5F5F5F"/>
      </a:lt1>
      <a:dk2>
        <a:srgbClr val="FFFFFF"/>
      </a:dk2>
      <a:lt2>
        <a:srgbClr val="FFFFFF"/>
      </a:lt2>
      <a:accent1>
        <a:srgbClr val="034A90"/>
      </a:accent1>
      <a:accent2>
        <a:srgbClr val="2F5496"/>
      </a:accent2>
      <a:accent3>
        <a:srgbClr val="44546A"/>
      </a:accent3>
      <a:accent4>
        <a:srgbClr val="FF0000"/>
      </a:accent4>
      <a:accent5>
        <a:srgbClr val="FFC000"/>
      </a:accent5>
      <a:accent6>
        <a:srgbClr val="92D050"/>
      </a:accent6>
      <a:hlink>
        <a:srgbClr val="0563C1"/>
      </a:hlink>
      <a:folHlink>
        <a:srgbClr val="7F7F7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D1BEA7FABE0ED42A3277887DF286F08" ma:contentTypeVersion="10" ma:contentTypeDescription="Create a new document." ma:contentTypeScope="" ma:versionID="2cc50a622ca45fb1332407d372e3542c">
  <xsd:schema xmlns:xsd="http://www.w3.org/2001/XMLSchema" xmlns:xs="http://www.w3.org/2001/XMLSchema" xmlns:p="http://schemas.microsoft.com/office/2006/metadata/properties" xmlns:ns2="2816e1c4-d29c-4d59-a309-0d32024c2b7e" xmlns:ns3="9ce43b64-abed-4e93-a4e4-b9d5c622cf07" targetNamespace="http://schemas.microsoft.com/office/2006/metadata/properties" ma:root="true" ma:fieldsID="e095f31877f1734f7e2e0cdebd02345c" ns2:_="" ns3:_="">
    <xsd:import namespace="2816e1c4-d29c-4d59-a309-0d32024c2b7e"/>
    <xsd:import namespace="9ce43b64-abed-4e93-a4e4-b9d5c622cf0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816e1c4-d29c-4d59-a309-0d32024c2b7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f16a374a-0293-43b6-b5d2-c9fa1982de6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ce43b64-abed-4e93-a4e4-b9d5c622cf07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0f2ab97c-a1be-48e9-acd4-f321d102fc1c}" ma:internalName="TaxCatchAll" ma:showField="CatchAllData" ma:web="9ce43b64-abed-4e93-a4e4-b9d5c622cf0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ce43b64-abed-4e93-a4e4-b9d5c622cf07" xsi:nil="true"/>
    <lcf76f155ced4ddcb4097134ff3c332f xmlns="2816e1c4-d29c-4d59-a309-0d32024c2b7e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2D7340B-F72E-4F0C-BD3B-C0BA59CFB4C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816e1c4-d29c-4d59-a309-0d32024c2b7e"/>
    <ds:schemaRef ds:uri="9ce43b64-abed-4e93-a4e4-b9d5c622cf0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4AB1C13-2E11-448F-9C22-BE5833785EDD}">
  <ds:schemaRefs>
    <ds:schemaRef ds:uri="9ce43b64-abed-4e93-a4e4-b9d5c622cf07"/>
    <ds:schemaRef ds:uri="e3e41941-f714-4ae8-b07f-574397f6b172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  <ds:schemaRef ds:uri="2816e1c4-d29c-4d59-a309-0d32024c2b7e"/>
  </ds:schemaRefs>
</ds:datastoreItem>
</file>

<file path=customXml/itemProps3.xml><?xml version="1.0" encoding="utf-8"?>
<ds:datastoreItem xmlns:ds="http://schemas.openxmlformats.org/officeDocument/2006/customXml" ds:itemID="{32F1900E-8A61-4DAD-BBF5-44CEA40ABE9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1977</TotalTime>
  <Words>98</Words>
  <Application>Microsoft Office PowerPoint</Application>
  <PresentationFormat>Widescreen</PresentationFormat>
  <Paragraphs>47</Paragraphs>
  <Slides>5</Slides>
  <Notes>4</Notes>
  <HiddenSlides>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</vt:i4>
      </vt:variant>
      <vt:variant>
        <vt:lpstr>Custom Shows</vt:lpstr>
      </vt:variant>
      <vt:variant>
        <vt:i4>18</vt:i4>
      </vt:variant>
    </vt:vector>
  </HeadingPairs>
  <TitlesOfParts>
    <vt:vector size="36" baseType="lpstr">
      <vt:lpstr>Gill Sans</vt:lpstr>
      <vt:lpstr>Sinkin Sans 300 Light</vt:lpstr>
      <vt:lpstr>Arial</vt:lpstr>
      <vt:lpstr>Calibri</vt:lpstr>
      <vt:lpstr>Calibri Light</vt:lpstr>
      <vt:lpstr>Franklin Gothic Demi</vt:lpstr>
      <vt:lpstr>Gisha</vt:lpstr>
      <vt:lpstr>Lato</vt:lpstr>
      <vt:lpstr>Lato Light</vt:lpstr>
      <vt:lpstr>Roboto</vt:lpstr>
      <vt:lpstr>Wingdings</vt:lpstr>
      <vt:lpstr>1_Office Theme</vt:lpstr>
      <vt:lpstr>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Singapore</vt:lpstr>
      <vt:lpstr>Aviation</vt:lpstr>
      <vt:lpstr>Middle East &amp; Africa</vt:lpstr>
      <vt:lpstr>Corporate</vt:lpstr>
      <vt:lpstr>Malaysia</vt:lpstr>
      <vt:lpstr>Thailand</vt:lpstr>
      <vt:lpstr>Indonesia</vt:lpstr>
      <vt:lpstr>Vietnam</vt:lpstr>
      <vt:lpstr>Philippines</vt:lpstr>
      <vt:lpstr>Myanmar</vt:lpstr>
      <vt:lpstr>Cambodia</vt:lpstr>
      <vt:lpstr>Australia</vt:lpstr>
      <vt:lpstr>China &amp; HK</vt:lpstr>
      <vt:lpstr>India</vt:lpstr>
      <vt:lpstr>Pakistan</vt:lpstr>
      <vt:lpstr>Africa</vt:lpstr>
      <vt:lpstr>UK</vt:lpstr>
      <vt:lpstr>Turkey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Philip Pham</dc:creator>
  <cp:lastModifiedBy>Philip Pham</cp:lastModifiedBy>
  <cp:revision>1</cp:revision>
  <cp:lastPrinted>2019-08-22T02:14:38Z</cp:lastPrinted>
  <dcterms:created xsi:type="dcterms:W3CDTF">2017-05-08T08:56:28Z</dcterms:created>
  <dcterms:modified xsi:type="dcterms:W3CDTF">2026-06-26T03:59:47Z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0x010100AD1BEA7FABE0ED42A3277887DF286F08</vt:lpwstr>
  </property>
  <property fmtid="{D5CDD505-2E9C-101B-9397-08002B2CF9AE}" pid="3" name="MediaServiceImageTags">
    <vt:lpwstr/>
  </property>
</Properties>
</file>